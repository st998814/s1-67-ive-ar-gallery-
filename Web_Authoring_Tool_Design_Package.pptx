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99" d="100"/>
          <a:sy n="99" d="100"/>
        </p:scale>
        <p:origin x="192"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064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six-step workflow and the three integrated system components are based on the uploaded Project Brief. See fileciteturn5file0 and fileciteturn5file2. The need to agree on design before coding and to focus on storyboarding in Sprint 1 is based on the uploaded meeting notes. See fileciteturn5file4 and fileciteturn5file5.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Storyboard content is based on the official workflow in the uploaded Project Brief and on the supervisor’s explanation that the design should record the process of placing content, saving it, and later viewing it in the hallway through AR. See fileciteturn5file2 and fileciteturn5file5.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Authoring tool functions such as create, edit, delete, assign content to location, and a user-friendly interface for non-technical users are based on the uploaded Project Brief. See fileciteturn5file2. The Sprint 1 goal of basic design and wireframes is based on the uploaded meeting notes. See fileciteturn5file4.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This wireframe is derived from the uploaded Sprint 1 draft deck and refined to align with the Project Brief requirements for a user-friendly authoring tool that supports content management and simplified content placement. See fileciteturn5file1 and fileciteturn5file2.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need for add-content and save-confirmation interactions is based on the uploaded Sprint 1 draft deck and the project workflow described in the uploaded Project Brief. See fileciteturn5file1 and fileciteturn5file2.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high-fidelity visual direction is a design interpretation of the low-fidelity wireframes created from the uploaded Sprint 1 draft deck and the official authoring-tool requirements in the Project Brief. See fileciteturn5file1 and fileciteturn5file2.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design guideline keywords and usability emphasis are based on the uploaded Project Brief, which asks for an intuitive interface and minimal learning curve for non-expert users. See fileciteturn5file0 and fileciteturn5file2. The idea of defining colours and UI decisions early in Sprint 1 is based on the uploaded meeting notes. See fileciteturn5file5.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F3C88"/>
          </a:solidFill>
          <a:ln w="12700">
            <a:solidFill>
              <a:srgbClr val="1F3C88"/>
            </a:solidFill>
            <a:prstDash val="solid"/>
          </a:ln>
        </p:spPr>
      </p:sp>
      <p:sp>
        <p:nvSpPr>
          <p:cNvPr id="3" name="Text 1"/>
          <p:cNvSpPr/>
          <p:nvPr/>
        </p:nvSpPr>
        <p:spPr>
          <a:xfrm>
            <a:off x="411480" y="6446520"/>
            <a:ext cx="5669280" cy="201168"/>
          </a:xfrm>
          <a:prstGeom prst="rect">
            <a:avLst/>
          </a:prstGeom>
          <a:noFill/>
          <a:ln/>
        </p:spPr>
        <p:txBody>
          <a:bodyPr wrap="square" rtlCol="0" anchor="ctr"/>
          <a:lstStyle/>
          <a:p>
            <a:pPr marL="0" indent="0">
              <a:buNone/>
            </a:pPr>
            <a:r>
              <a:rPr lang="en-US" sz="900" dirty="0">
                <a:solidFill>
                  <a:srgbClr val="667085"/>
                </a:solidFill>
                <a:latin typeface="Aptos" pitchFamily="34" charset="0"/>
                <a:ea typeface="Aptos" pitchFamily="34" charset="-122"/>
                <a:cs typeface="Aptos" pitchFamily="34" charset="-120"/>
              </a:rPr>
              <a:t>IVE AR Gallery · Sprint 1 Design Package</a:t>
            </a:r>
            <a:endParaRPr lang="en-US" sz="900" dirty="0"/>
          </a:p>
        </p:txBody>
      </p:sp>
      <p:sp>
        <p:nvSpPr>
          <p:cNvPr id="4" name="Text 2"/>
          <p:cNvSpPr/>
          <p:nvPr/>
        </p:nvSpPr>
        <p:spPr>
          <a:xfrm>
            <a:off x="10241280" y="6419088"/>
            <a:ext cx="1463040" cy="201168"/>
          </a:xfrm>
          <a:prstGeom prst="rect">
            <a:avLst/>
          </a:prstGeom>
          <a:noFill/>
          <a:ln/>
        </p:spPr>
        <p:txBody>
          <a:bodyPr wrap="square" rtlCol="0" anchor="ctr"/>
          <a:lstStyle/>
          <a:p>
            <a:pPr marL="0" indent="0" algn="r">
              <a:buNone/>
            </a:pPr>
            <a:r>
              <a:rPr lang="en-US" sz="900" dirty="0">
                <a:solidFill>
                  <a:srgbClr val="98A2B3"/>
                </a:solidFill>
                <a:latin typeface="Aptos" pitchFamily="34" charset="0"/>
                <a:ea typeface="Aptos" pitchFamily="34" charset="-122"/>
                <a:cs typeface="Aptos" pitchFamily="34" charset="-120"/>
              </a:rPr>
              <a:t>BY (Design)</a:t>
            </a:r>
            <a:endParaRPr lang="en-US" sz="900" dirty="0"/>
          </a:p>
        </p:txBody>
      </p:sp>
      <p:sp>
        <p:nvSpPr>
          <p:cNvPr id="25"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411480"/>
            <a:ext cx="9875520" cy="411480"/>
          </a:xfrm>
          <a:prstGeom prst="rect">
            <a:avLst/>
          </a:prstGeom>
          <a:noFill/>
          <a:ln/>
        </p:spPr>
        <p:txBody>
          <a:bodyPr wrap="square" rtlCol="0" anchor="ctr"/>
          <a:lstStyle/>
          <a:p>
            <a:pPr marL="0" indent="0">
              <a:buNone/>
            </a:pPr>
            <a:r>
              <a:rPr lang="en-US" sz="2400" b="1" dirty="0">
                <a:solidFill>
                  <a:srgbClr val="101828"/>
                </a:solidFill>
                <a:latin typeface="Aptos Display" pitchFamily="34" charset="0"/>
                <a:ea typeface="Aptos Display" pitchFamily="34" charset="-122"/>
                <a:cs typeface="Aptos Display" pitchFamily="34" charset="-120"/>
              </a:rPr>
              <a:t>Task 1 · Full System Storyboard</a:t>
            </a:r>
            <a:endParaRPr lang="en-US" sz="2400" dirty="0"/>
          </a:p>
        </p:txBody>
      </p:sp>
      <p:sp>
        <p:nvSpPr>
          <p:cNvPr id="3" name="Text 1"/>
          <p:cNvSpPr/>
          <p:nvPr/>
        </p:nvSpPr>
        <p:spPr>
          <a:xfrm>
            <a:off x="521208" y="868680"/>
            <a:ext cx="10972800" cy="256032"/>
          </a:xfrm>
          <a:prstGeom prst="rect">
            <a:avLst/>
          </a:prstGeom>
          <a:noFill/>
          <a:ln/>
        </p:spPr>
        <p:txBody>
          <a:bodyPr wrap="square" rtlCol="0" anchor="ctr"/>
          <a:lstStyle/>
          <a:p>
            <a:pPr marL="0" indent="0">
              <a:buNone/>
            </a:pPr>
            <a:r>
              <a:rPr lang="en-US" sz="1050" dirty="0">
                <a:solidFill>
                  <a:srgbClr val="475467"/>
                </a:solidFill>
                <a:latin typeface="Aptos" pitchFamily="34" charset="0"/>
                <a:ea typeface="Aptos" pitchFamily="34" charset="-122"/>
                <a:cs typeface="Aptos" pitchFamily="34" charset="-120"/>
              </a:rPr>
              <a:t>End-to-end workflow across the web authoring tool, backend API, and AR application.</a:t>
            </a:r>
            <a:endParaRPr lang="en-US" sz="1050" dirty="0"/>
          </a:p>
        </p:txBody>
      </p:sp>
      <p:sp>
        <p:nvSpPr>
          <p:cNvPr id="4" name="Shape 2"/>
          <p:cNvSpPr/>
          <p:nvPr/>
        </p:nvSpPr>
        <p:spPr>
          <a:xfrm>
            <a:off x="640080" y="1417320"/>
            <a:ext cx="1737360" cy="1645920"/>
          </a:xfrm>
          <a:prstGeom prst="roundRect">
            <a:avLst>
              <a:gd name="adj" fmla="val 5556"/>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5" name="Shape 3"/>
          <p:cNvSpPr/>
          <p:nvPr/>
        </p:nvSpPr>
        <p:spPr>
          <a:xfrm>
            <a:off x="777240" y="1545336"/>
            <a:ext cx="347472" cy="274320"/>
          </a:xfrm>
          <a:prstGeom prst="roundRect">
            <a:avLst>
              <a:gd name="adj" fmla="val 26667"/>
            </a:avLst>
          </a:prstGeom>
          <a:solidFill>
            <a:srgbClr val="1F3C88"/>
          </a:solidFill>
          <a:ln w="12700">
            <a:solidFill>
              <a:srgbClr val="1F3C88"/>
            </a:solidFill>
            <a:prstDash val="solid"/>
          </a:ln>
        </p:spPr>
        <p:txBody>
          <a:bodyPr/>
          <a:lstStyle/>
          <a:p>
            <a:endParaRPr lang="zh-CN" altLang="en-US"/>
          </a:p>
        </p:txBody>
      </p:sp>
      <p:sp>
        <p:nvSpPr>
          <p:cNvPr id="6" name="Text 4"/>
          <p:cNvSpPr/>
          <p:nvPr/>
        </p:nvSpPr>
        <p:spPr>
          <a:xfrm>
            <a:off x="777240" y="1581912"/>
            <a:ext cx="347472" cy="109728"/>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sp>
        <p:nvSpPr>
          <p:cNvPr id="7" name="Shape 5"/>
          <p:cNvSpPr/>
          <p:nvPr/>
        </p:nvSpPr>
        <p:spPr>
          <a:xfrm>
            <a:off x="777240" y="1920240"/>
            <a:ext cx="1463040" cy="566928"/>
          </a:xfrm>
          <a:prstGeom prst="roundRect">
            <a:avLst>
              <a:gd name="adj" fmla="val 9677"/>
            </a:avLst>
          </a:prstGeom>
          <a:solidFill>
            <a:srgbClr val="EEF4FF"/>
          </a:solidFill>
          <a:ln w="12700">
            <a:solidFill>
              <a:srgbClr val="B2CCFF"/>
            </a:solidFill>
            <a:prstDash val="solid"/>
          </a:ln>
        </p:spPr>
        <p:txBody>
          <a:bodyPr/>
          <a:lstStyle/>
          <a:p>
            <a:endParaRPr lang="zh-CN" altLang="en-US"/>
          </a:p>
        </p:txBody>
      </p:sp>
      <p:sp>
        <p:nvSpPr>
          <p:cNvPr id="8" name="Text 6"/>
          <p:cNvSpPr/>
          <p:nvPr/>
        </p:nvSpPr>
        <p:spPr>
          <a:xfrm>
            <a:off x="841248" y="2542032"/>
            <a:ext cx="1353312" cy="384048"/>
          </a:xfrm>
          <a:prstGeom prst="rect">
            <a:avLst/>
          </a:prstGeom>
          <a:noFill/>
          <a:ln/>
        </p:spPr>
        <p:txBody>
          <a:bodyPr wrap="square" rtlCol="0" anchor="ctr"/>
          <a:lstStyle/>
          <a:p>
            <a:pPr marL="0" indent="0" algn="ctr">
              <a:buNone/>
            </a:pPr>
            <a:r>
              <a:rPr lang="en-US" sz="1150" b="1" dirty="0">
                <a:solidFill>
                  <a:srgbClr val="101828"/>
                </a:solidFill>
              </a:rPr>
              <a:t>Researcher opens authoring tool</a:t>
            </a:r>
            <a:endParaRPr lang="en-US" sz="1150" dirty="0"/>
          </a:p>
        </p:txBody>
      </p:sp>
      <p:sp>
        <p:nvSpPr>
          <p:cNvPr id="9" name="Text 7"/>
          <p:cNvSpPr/>
          <p:nvPr/>
        </p:nvSpPr>
        <p:spPr>
          <a:xfrm>
            <a:off x="749808" y="2843784"/>
            <a:ext cx="1517904" cy="182880"/>
          </a:xfrm>
          <a:prstGeom prst="rect">
            <a:avLst/>
          </a:prstGeom>
          <a:noFill/>
          <a:ln/>
        </p:spPr>
        <p:txBody>
          <a:bodyPr wrap="square" rtlCol="0" anchor="ctr"/>
          <a:lstStyle/>
          <a:p>
            <a:pPr marL="0" indent="0" algn="ctr">
              <a:buNone/>
            </a:pPr>
            <a:endParaRPr lang="en-US" sz="920" dirty="0"/>
          </a:p>
        </p:txBody>
      </p:sp>
      <p:sp>
        <p:nvSpPr>
          <p:cNvPr id="10" name="Shape 8"/>
          <p:cNvSpPr/>
          <p:nvPr/>
        </p:nvSpPr>
        <p:spPr>
          <a:xfrm>
            <a:off x="2395728" y="2112264"/>
            <a:ext cx="109728" cy="201168"/>
          </a:xfrm>
          <a:prstGeom prst="chevron">
            <a:avLst/>
          </a:prstGeom>
          <a:solidFill>
            <a:srgbClr val="98A2B3"/>
          </a:solidFill>
          <a:ln w="12700">
            <a:solidFill>
              <a:srgbClr val="98A2B3"/>
            </a:solidFill>
            <a:prstDash val="solid"/>
          </a:ln>
        </p:spPr>
        <p:txBody>
          <a:bodyPr/>
          <a:lstStyle/>
          <a:p>
            <a:endParaRPr lang="zh-CN" altLang="en-US"/>
          </a:p>
        </p:txBody>
      </p:sp>
      <p:sp>
        <p:nvSpPr>
          <p:cNvPr id="11" name="Shape 9"/>
          <p:cNvSpPr/>
          <p:nvPr/>
        </p:nvSpPr>
        <p:spPr>
          <a:xfrm>
            <a:off x="2560320" y="1417320"/>
            <a:ext cx="1737360" cy="1645920"/>
          </a:xfrm>
          <a:prstGeom prst="roundRect">
            <a:avLst>
              <a:gd name="adj" fmla="val 5556"/>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12" name="Shape 10"/>
          <p:cNvSpPr/>
          <p:nvPr/>
        </p:nvSpPr>
        <p:spPr>
          <a:xfrm>
            <a:off x="2697480" y="1545336"/>
            <a:ext cx="347472" cy="274320"/>
          </a:xfrm>
          <a:prstGeom prst="roundRect">
            <a:avLst>
              <a:gd name="adj" fmla="val 26667"/>
            </a:avLst>
          </a:prstGeom>
          <a:solidFill>
            <a:srgbClr val="1F3C88"/>
          </a:solidFill>
          <a:ln w="12700">
            <a:solidFill>
              <a:srgbClr val="1F3C88"/>
            </a:solidFill>
            <a:prstDash val="solid"/>
          </a:ln>
        </p:spPr>
        <p:txBody>
          <a:bodyPr/>
          <a:lstStyle/>
          <a:p>
            <a:endParaRPr lang="zh-CN" altLang="en-US"/>
          </a:p>
        </p:txBody>
      </p:sp>
      <p:sp>
        <p:nvSpPr>
          <p:cNvPr id="13" name="Text 11"/>
          <p:cNvSpPr/>
          <p:nvPr/>
        </p:nvSpPr>
        <p:spPr>
          <a:xfrm>
            <a:off x="2697480" y="1581912"/>
            <a:ext cx="347472" cy="109728"/>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sp>
        <p:nvSpPr>
          <p:cNvPr id="14" name="Shape 12"/>
          <p:cNvSpPr/>
          <p:nvPr/>
        </p:nvSpPr>
        <p:spPr>
          <a:xfrm>
            <a:off x="2697480" y="1920240"/>
            <a:ext cx="1463040" cy="566928"/>
          </a:xfrm>
          <a:prstGeom prst="roundRect">
            <a:avLst>
              <a:gd name="adj" fmla="val 9677"/>
            </a:avLst>
          </a:prstGeom>
          <a:solidFill>
            <a:srgbClr val="ECFDF3"/>
          </a:solidFill>
          <a:ln w="12700">
            <a:solidFill>
              <a:srgbClr val="ABEFC6"/>
            </a:solidFill>
            <a:prstDash val="solid"/>
          </a:ln>
        </p:spPr>
        <p:txBody>
          <a:bodyPr/>
          <a:lstStyle/>
          <a:p>
            <a:endParaRPr lang="zh-CN" altLang="en-US"/>
          </a:p>
        </p:txBody>
      </p:sp>
      <p:sp>
        <p:nvSpPr>
          <p:cNvPr id="15" name="Text 13"/>
          <p:cNvSpPr/>
          <p:nvPr/>
        </p:nvSpPr>
        <p:spPr>
          <a:xfrm>
            <a:off x="2761488" y="2542032"/>
            <a:ext cx="1353312" cy="384048"/>
          </a:xfrm>
          <a:prstGeom prst="rect">
            <a:avLst/>
          </a:prstGeom>
          <a:noFill/>
          <a:ln/>
        </p:spPr>
        <p:txBody>
          <a:bodyPr wrap="square" rtlCol="0" anchor="ctr"/>
          <a:lstStyle/>
          <a:p>
            <a:pPr marL="0" indent="0" algn="ctr">
              <a:buNone/>
            </a:pPr>
            <a:r>
              <a:rPr lang="en-US" sz="1150" b="1" dirty="0">
                <a:solidFill>
                  <a:srgbClr val="101828"/>
                </a:solidFill>
              </a:rPr>
              <a:t>Content is created or uploaded</a:t>
            </a:r>
            <a:endParaRPr lang="en-US" sz="1150" dirty="0"/>
          </a:p>
        </p:txBody>
      </p:sp>
      <p:sp>
        <p:nvSpPr>
          <p:cNvPr id="16" name="Text 14"/>
          <p:cNvSpPr/>
          <p:nvPr/>
        </p:nvSpPr>
        <p:spPr>
          <a:xfrm>
            <a:off x="2670048" y="2843784"/>
            <a:ext cx="1517904" cy="182880"/>
          </a:xfrm>
          <a:prstGeom prst="rect">
            <a:avLst/>
          </a:prstGeom>
          <a:noFill/>
          <a:ln/>
        </p:spPr>
        <p:txBody>
          <a:bodyPr wrap="square" rtlCol="0" anchor="ctr"/>
          <a:lstStyle/>
          <a:p>
            <a:pPr marL="0" indent="0" algn="ctr">
              <a:buNone/>
            </a:pPr>
            <a:endParaRPr lang="en-US" sz="920" dirty="0"/>
          </a:p>
        </p:txBody>
      </p:sp>
      <p:sp>
        <p:nvSpPr>
          <p:cNvPr id="17" name="Shape 15"/>
          <p:cNvSpPr/>
          <p:nvPr/>
        </p:nvSpPr>
        <p:spPr>
          <a:xfrm>
            <a:off x="4315968" y="2112264"/>
            <a:ext cx="109728" cy="201168"/>
          </a:xfrm>
          <a:prstGeom prst="chevron">
            <a:avLst/>
          </a:prstGeom>
          <a:solidFill>
            <a:srgbClr val="98A2B3"/>
          </a:solidFill>
          <a:ln w="12700">
            <a:solidFill>
              <a:srgbClr val="98A2B3"/>
            </a:solidFill>
            <a:prstDash val="solid"/>
          </a:ln>
        </p:spPr>
        <p:txBody>
          <a:bodyPr/>
          <a:lstStyle/>
          <a:p>
            <a:endParaRPr lang="zh-CN" altLang="en-US"/>
          </a:p>
        </p:txBody>
      </p:sp>
      <p:sp>
        <p:nvSpPr>
          <p:cNvPr id="18" name="Shape 16"/>
          <p:cNvSpPr/>
          <p:nvPr/>
        </p:nvSpPr>
        <p:spPr>
          <a:xfrm>
            <a:off x="4480560" y="1417320"/>
            <a:ext cx="1737360" cy="1645920"/>
          </a:xfrm>
          <a:prstGeom prst="roundRect">
            <a:avLst>
              <a:gd name="adj" fmla="val 5556"/>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19" name="Shape 17"/>
          <p:cNvSpPr/>
          <p:nvPr/>
        </p:nvSpPr>
        <p:spPr>
          <a:xfrm>
            <a:off x="4617720" y="1545336"/>
            <a:ext cx="347472" cy="274320"/>
          </a:xfrm>
          <a:prstGeom prst="roundRect">
            <a:avLst>
              <a:gd name="adj" fmla="val 26667"/>
            </a:avLst>
          </a:prstGeom>
          <a:solidFill>
            <a:srgbClr val="1F3C88"/>
          </a:solidFill>
          <a:ln w="12700">
            <a:solidFill>
              <a:srgbClr val="1F3C88"/>
            </a:solidFill>
            <a:prstDash val="solid"/>
          </a:ln>
        </p:spPr>
        <p:txBody>
          <a:bodyPr/>
          <a:lstStyle/>
          <a:p>
            <a:endParaRPr lang="zh-CN" altLang="en-US"/>
          </a:p>
        </p:txBody>
      </p:sp>
      <p:sp>
        <p:nvSpPr>
          <p:cNvPr id="20" name="Text 18"/>
          <p:cNvSpPr/>
          <p:nvPr/>
        </p:nvSpPr>
        <p:spPr>
          <a:xfrm>
            <a:off x="4617720" y="1581912"/>
            <a:ext cx="347472" cy="109728"/>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sp>
        <p:nvSpPr>
          <p:cNvPr id="21" name="Shape 19"/>
          <p:cNvSpPr/>
          <p:nvPr/>
        </p:nvSpPr>
        <p:spPr>
          <a:xfrm>
            <a:off x="4617720" y="1920240"/>
            <a:ext cx="1463040" cy="566928"/>
          </a:xfrm>
          <a:prstGeom prst="roundRect">
            <a:avLst>
              <a:gd name="adj" fmla="val 9677"/>
            </a:avLst>
          </a:prstGeom>
          <a:solidFill>
            <a:srgbClr val="FFF6ED"/>
          </a:solidFill>
          <a:ln w="12700">
            <a:solidFill>
              <a:srgbClr val="FEDF89"/>
            </a:solidFill>
            <a:prstDash val="solid"/>
          </a:ln>
        </p:spPr>
        <p:txBody>
          <a:bodyPr/>
          <a:lstStyle/>
          <a:p>
            <a:endParaRPr lang="zh-CN" altLang="en-US"/>
          </a:p>
        </p:txBody>
      </p:sp>
      <p:sp>
        <p:nvSpPr>
          <p:cNvPr id="22" name="Text 20"/>
          <p:cNvSpPr/>
          <p:nvPr/>
        </p:nvSpPr>
        <p:spPr>
          <a:xfrm>
            <a:off x="4681728" y="2542032"/>
            <a:ext cx="1353312" cy="384048"/>
          </a:xfrm>
          <a:prstGeom prst="rect">
            <a:avLst/>
          </a:prstGeom>
          <a:noFill/>
          <a:ln/>
        </p:spPr>
        <p:txBody>
          <a:bodyPr wrap="square" rtlCol="0" anchor="ctr"/>
          <a:lstStyle/>
          <a:p>
            <a:pPr marL="0" indent="0" algn="ctr">
              <a:buNone/>
            </a:pPr>
            <a:r>
              <a:rPr lang="en-US" sz="1150" b="1" dirty="0">
                <a:solidFill>
                  <a:srgbClr val="101828"/>
                </a:solidFill>
              </a:rPr>
              <a:t>Content is assigned to a wall location</a:t>
            </a:r>
            <a:endParaRPr lang="en-US" sz="1150" dirty="0"/>
          </a:p>
        </p:txBody>
      </p:sp>
      <p:sp>
        <p:nvSpPr>
          <p:cNvPr id="23" name="Text 21"/>
          <p:cNvSpPr/>
          <p:nvPr/>
        </p:nvSpPr>
        <p:spPr>
          <a:xfrm>
            <a:off x="4590288" y="2843784"/>
            <a:ext cx="1517904" cy="182880"/>
          </a:xfrm>
          <a:prstGeom prst="rect">
            <a:avLst/>
          </a:prstGeom>
          <a:noFill/>
          <a:ln/>
        </p:spPr>
        <p:txBody>
          <a:bodyPr wrap="square" rtlCol="0" anchor="ctr"/>
          <a:lstStyle/>
          <a:p>
            <a:pPr marL="0" indent="0" algn="ctr">
              <a:buNone/>
            </a:pPr>
            <a:endParaRPr lang="en-US" sz="920" dirty="0"/>
          </a:p>
        </p:txBody>
      </p:sp>
      <p:sp>
        <p:nvSpPr>
          <p:cNvPr id="24" name="Shape 22"/>
          <p:cNvSpPr/>
          <p:nvPr/>
        </p:nvSpPr>
        <p:spPr>
          <a:xfrm>
            <a:off x="6236208" y="2112264"/>
            <a:ext cx="109728" cy="201168"/>
          </a:xfrm>
          <a:prstGeom prst="chevron">
            <a:avLst/>
          </a:prstGeom>
          <a:solidFill>
            <a:srgbClr val="98A2B3"/>
          </a:solidFill>
          <a:ln w="12700">
            <a:solidFill>
              <a:srgbClr val="98A2B3"/>
            </a:solidFill>
            <a:prstDash val="solid"/>
          </a:ln>
        </p:spPr>
        <p:txBody>
          <a:bodyPr/>
          <a:lstStyle/>
          <a:p>
            <a:endParaRPr lang="zh-CN" altLang="en-US"/>
          </a:p>
        </p:txBody>
      </p:sp>
      <p:sp>
        <p:nvSpPr>
          <p:cNvPr id="25" name="Shape 23"/>
          <p:cNvSpPr/>
          <p:nvPr/>
        </p:nvSpPr>
        <p:spPr>
          <a:xfrm>
            <a:off x="6400800" y="1417320"/>
            <a:ext cx="1737360" cy="1645920"/>
          </a:xfrm>
          <a:prstGeom prst="roundRect">
            <a:avLst>
              <a:gd name="adj" fmla="val 5556"/>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26" name="Shape 24"/>
          <p:cNvSpPr/>
          <p:nvPr/>
        </p:nvSpPr>
        <p:spPr>
          <a:xfrm>
            <a:off x="6537960" y="1545336"/>
            <a:ext cx="347472" cy="274320"/>
          </a:xfrm>
          <a:prstGeom prst="roundRect">
            <a:avLst>
              <a:gd name="adj" fmla="val 26667"/>
            </a:avLst>
          </a:prstGeom>
          <a:solidFill>
            <a:srgbClr val="1F3C88"/>
          </a:solidFill>
          <a:ln w="12700">
            <a:solidFill>
              <a:srgbClr val="1F3C88"/>
            </a:solidFill>
            <a:prstDash val="solid"/>
          </a:ln>
        </p:spPr>
        <p:txBody>
          <a:bodyPr/>
          <a:lstStyle/>
          <a:p>
            <a:endParaRPr lang="zh-CN" altLang="en-US"/>
          </a:p>
        </p:txBody>
      </p:sp>
      <p:sp>
        <p:nvSpPr>
          <p:cNvPr id="27" name="Text 25"/>
          <p:cNvSpPr/>
          <p:nvPr/>
        </p:nvSpPr>
        <p:spPr>
          <a:xfrm>
            <a:off x="6537960" y="1581912"/>
            <a:ext cx="347472" cy="109728"/>
          </a:xfrm>
          <a:prstGeom prst="rect">
            <a:avLst/>
          </a:prstGeom>
          <a:noFill/>
          <a:ln/>
        </p:spPr>
        <p:txBody>
          <a:bodyPr wrap="square" rtlCol="0" anchor="ctr"/>
          <a:lstStyle/>
          <a:p>
            <a:pPr marL="0" indent="0" algn="ctr">
              <a:buNone/>
            </a:pPr>
            <a:r>
              <a:rPr lang="en-US" sz="1000" b="1" dirty="0">
                <a:solidFill>
                  <a:srgbClr val="FFFFFF"/>
                </a:solidFill>
              </a:rPr>
              <a:t>4</a:t>
            </a:r>
            <a:endParaRPr lang="en-US" sz="1000" dirty="0"/>
          </a:p>
        </p:txBody>
      </p:sp>
      <p:sp>
        <p:nvSpPr>
          <p:cNvPr id="28" name="Shape 26"/>
          <p:cNvSpPr/>
          <p:nvPr/>
        </p:nvSpPr>
        <p:spPr>
          <a:xfrm>
            <a:off x="6537960" y="1920240"/>
            <a:ext cx="1463040" cy="566928"/>
          </a:xfrm>
          <a:prstGeom prst="roundRect">
            <a:avLst>
              <a:gd name="adj" fmla="val 9677"/>
            </a:avLst>
          </a:prstGeom>
          <a:solidFill>
            <a:srgbClr val="F5F3FF"/>
          </a:solidFill>
          <a:ln w="12700">
            <a:solidFill>
              <a:srgbClr val="D9D6FE"/>
            </a:solidFill>
            <a:prstDash val="solid"/>
          </a:ln>
        </p:spPr>
        <p:txBody>
          <a:bodyPr/>
          <a:lstStyle/>
          <a:p>
            <a:endParaRPr lang="zh-CN" altLang="en-US"/>
          </a:p>
        </p:txBody>
      </p:sp>
      <p:sp>
        <p:nvSpPr>
          <p:cNvPr id="29" name="Text 27"/>
          <p:cNvSpPr/>
          <p:nvPr/>
        </p:nvSpPr>
        <p:spPr>
          <a:xfrm>
            <a:off x="6601968" y="2542032"/>
            <a:ext cx="1353312" cy="384048"/>
          </a:xfrm>
          <a:prstGeom prst="rect">
            <a:avLst/>
          </a:prstGeom>
          <a:noFill/>
          <a:ln/>
        </p:spPr>
        <p:txBody>
          <a:bodyPr wrap="square" rtlCol="0" anchor="ctr"/>
          <a:lstStyle/>
          <a:p>
            <a:pPr marL="0" indent="0" algn="ctr">
              <a:buNone/>
            </a:pPr>
            <a:r>
              <a:rPr lang="en-US" sz="1150" b="1" dirty="0">
                <a:solidFill>
                  <a:srgbClr val="101828"/>
                </a:solidFill>
              </a:rPr>
              <a:t>Backend stores content and placement data</a:t>
            </a:r>
            <a:endParaRPr lang="en-US" sz="1150" dirty="0"/>
          </a:p>
        </p:txBody>
      </p:sp>
      <p:sp>
        <p:nvSpPr>
          <p:cNvPr id="30" name="Text 28"/>
          <p:cNvSpPr/>
          <p:nvPr/>
        </p:nvSpPr>
        <p:spPr>
          <a:xfrm>
            <a:off x="6510528" y="2843784"/>
            <a:ext cx="1517904" cy="182880"/>
          </a:xfrm>
          <a:prstGeom prst="rect">
            <a:avLst/>
          </a:prstGeom>
          <a:noFill/>
          <a:ln/>
        </p:spPr>
        <p:txBody>
          <a:bodyPr wrap="square" rtlCol="0" anchor="ctr"/>
          <a:lstStyle/>
          <a:p>
            <a:pPr marL="0" indent="0" algn="ctr">
              <a:buNone/>
            </a:pPr>
            <a:endParaRPr lang="en-US" sz="920" dirty="0"/>
          </a:p>
        </p:txBody>
      </p:sp>
      <p:sp>
        <p:nvSpPr>
          <p:cNvPr id="31" name="Shape 29"/>
          <p:cNvSpPr/>
          <p:nvPr/>
        </p:nvSpPr>
        <p:spPr>
          <a:xfrm>
            <a:off x="8156448" y="2112264"/>
            <a:ext cx="109728" cy="201168"/>
          </a:xfrm>
          <a:prstGeom prst="chevron">
            <a:avLst/>
          </a:prstGeom>
          <a:solidFill>
            <a:srgbClr val="98A2B3"/>
          </a:solidFill>
          <a:ln w="12700">
            <a:solidFill>
              <a:srgbClr val="98A2B3"/>
            </a:solidFill>
            <a:prstDash val="solid"/>
          </a:ln>
        </p:spPr>
        <p:txBody>
          <a:bodyPr/>
          <a:lstStyle/>
          <a:p>
            <a:endParaRPr lang="zh-CN" altLang="en-US"/>
          </a:p>
        </p:txBody>
      </p:sp>
      <p:sp>
        <p:nvSpPr>
          <p:cNvPr id="32" name="Shape 30"/>
          <p:cNvSpPr/>
          <p:nvPr/>
        </p:nvSpPr>
        <p:spPr>
          <a:xfrm>
            <a:off x="8321040" y="1417320"/>
            <a:ext cx="1737360" cy="1645920"/>
          </a:xfrm>
          <a:prstGeom prst="roundRect">
            <a:avLst>
              <a:gd name="adj" fmla="val 5556"/>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33" name="Shape 31"/>
          <p:cNvSpPr/>
          <p:nvPr/>
        </p:nvSpPr>
        <p:spPr>
          <a:xfrm>
            <a:off x="8458200" y="1545336"/>
            <a:ext cx="347472" cy="274320"/>
          </a:xfrm>
          <a:prstGeom prst="roundRect">
            <a:avLst>
              <a:gd name="adj" fmla="val 26667"/>
            </a:avLst>
          </a:prstGeom>
          <a:solidFill>
            <a:srgbClr val="1F3C88"/>
          </a:solidFill>
          <a:ln w="12700">
            <a:solidFill>
              <a:srgbClr val="1F3C88"/>
            </a:solidFill>
            <a:prstDash val="solid"/>
          </a:ln>
        </p:spPr>
        <p:txBody>
          <a:bodyPr/>
          <a:lstStyle/>
          <a:p>
            <a:endParaRPr lang="zh-CN" altLang="en-US"/>
          </a:p>
        </p:txBody>
      </p:sp>
      <p:sp>
        <p:nvSpPr>
          <p:cNvPr id="34" name="Text 32"/>
          <p:cNvSpPr/>
          <p:nvPr/>
        </p:nvSpPr>
        <p:spPr>
          <a:xfrm>
            <a:off x="8458200" y="1581912"/>
            <a:ext cx="347472" cy="109728"/>
          </a:xfrm>
          <a:prstGeom prst="rect">
            <a:avLst/>
          </a:prstGeom>
          <a:noFill/>
          <a:ln/>
        </p:spPr>
        <p:txBody>
          <a:bodyPr wrap="square" rtlCol="0" anchor="ctr"/>
          <a:lstStyle/>
          <a:p>
            <a:pPr marL="0" indent="0" algn="ctr">
              <a:buNone/>
            </a:pPr>
            <a:r>
              <a:rPr lang="en-US" sz="1000" b="1" dirty="0">
                <a:solidFill>
                  <a:srgbClr val="FFFFFF"/>
                </a:solidFill>
              </a:rPr>
              <a:t>5</a:t>
            </a:r>
            <a:endParaRPr lang="en-US" sz="1000" dirty="0"/>
          </a:p>
        </p:txBody>
      </p:sp>
      <p:sp>
        <p:nvSpPr>
          <p:cNvPr id="35" name="Shape 33"/>
          <p:cNvSpPr/>
          <p:nvPr/>
        </p:nvSpPr>
        <p:spPr>
          <a:xfrm>
            <a:off x="8458200" y="1920240"/>
            <a:ext cx="1463040" cy="566928"/>
          </a:xfrm>
          <a:prstGeom prst="roundRect">
            <a:avLst>
              <a:gd name="adj" fmla="val 9677"/>
            </a:avLst>
          </a:prstGeom>
          <a:solidFill>
            <a:srgbClr val="EEF4FF"/>
          </a:solidFill>
          <a:ln w="12700">
            <a:solidFill>
              <a:srgbClr val="B2CCFF"/>
            </a:solidFill>
            <a:prstDash val="solid"/>
          </a:ln>
        </p:spPr>
        <p:txBody>
          <a:bodyPr/>
          <a:lstStyle/>
          <a:p>
            <a:endParaRPr lang="zh-CN" altLang="en-US"/>
          </a:p>
        </p:txBody>
      </p:sp>
      <p:sp>
        <p:nvSpPr>
          <p:cNvPr id="36" name="Text 34"/>
          <p:cNvSpPr/>
          <p:nvPr/>
        </p:nvSpPr>
        <p:spPr>
          <a:xfrm>
            <a:off x="8522208" y="2542032"/>
            <a:ext cx="1353312" cy="384048"/>
          </a:xfrm>
          <a:prstGeom prst="rect">
            <a:avLst/>
          </a:prstGeom>
          <a:noFill/>
          <a:ln/>
        </p:spPr>
        <p:txBody>
          <a:bodyPr wrap="square" rtlCol="0" anchor="ctr"/>
          <a:lstStyle/>
          <a:p>
            <a:pPr marL="0" indent="0" algn="ctr">
              <a:buNone/>
            </a:pPr>
            <a:r>
              <a:rPr lang="en-US" sz="1150" b="1" dirty="0">
                <a:solidFill>
                  <a:srgbClr val="101828"/>
                </a:solidFill>
              </a:rPr>
              <a:t>AR application retrieves saved data</a:t>
            </a:r>
            <a:endParaRPr lang="en-US" sz="1150" dirty="0"/>
          </a:p>
        </p:txBody>
      </p:sp>
      <p:sp>
        <p:nvSpPr>
          <p:cNvPr id="37" name="Text 35"/>
          <p:cNvSpPr/>
          <p:nvPr/>
        </p:nvSpPr>
        <p:spPr>
          <a:xfrm>
            <a:off x="8430768" y="2843784"/>
            <a:ext cx="1517904" cy="182880"/>
          </a:xfrm>
          <a:prstGeom prst="rect">
            <a:avLst/>
          </a:prstGeom>
          <a:noFill/>
          <a:ln/>
        </p:spPr>
        <p:txBody>
          <a:bodyPr wrap="square" rtlCol="0" anchor="ctr"/>
          <a:lstStyle/>
          <a:p>
            <a:pPr marL="0" indent="0" algn="ctr">
              <a:buNone/>
            </a:pPr>
            <a:endParaRPr lang="en-US" sz="920" dirty="0"/>
          </a:p>
        </p:txBody>
      </p:sp>
      <p:sp>
        <p:nvSpPr>
          <p:cNvPr id="38" name="Shape 36"/>
          <p:cNvSpPr/>
          <p:nvPr/>
        </p:nvSpPr>
        <p:spPr>
          <a:xfrm>
            <a:off x="10076688" y="2112264"/>
            <a:ext cx="109728" cy="201168"/>
          </a:xfrm>
          <a:prstGeom prst="chevron">
            <a:avLst/>
          </a:prstGeom>
          <a:solidFill>
            <a:srgbClr val="98A2B3"/>
          </a:solidFill>
          <a:ln w="12700">
            <a:solidFill>
              <a:srgbClr val="98A2B3"/>
            </a:solidFill>
            <a:prstDash val="solid"/>
          </a:ln>
        </p:spPr>
        <p:txBody>
          <a:bodyPr/>
          <a:lstStyle/>
          <a:p>
            <a:endParaRPr lang="zh-CN" altLang="en-US"/>
          </a:p>
        </p:txBody>
      </p:sp>
      <p:sp>
        <p:nvSpPr>
          <p:cNvPr id="39" name="Shape 37"/>
          <p:cNvSpPr/>
          <p:nvPr/>
        </p:nvSpPr>
        <p:spPr>
          <a:xfrm>
            <a:off x="10241280" y="1417320"/>
            <a:ext cx="1737360" cy="1645920"/>
          </a:xfrm>
          <a:prstGeom prst="roundRect">
            <a:avLst>
              <a:gd name="adj" fmla="val 5556"/>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40" name="Shape 38"/>
          <p:cNvSpPr/>
          <p:nvPr/>
        </p:nvSpPr>
        <p:spPr>
          <a:xfrm>
            <a:off x="10378440" y="1545336"/>
            <a:ext cx="347472" cy="274320"/>
          </a:xfrm>
          <a:prstGeom prst="roundRect">
            <a:avLst>
              <a:gd name="adj" fmla="val 26667"/>
            </a:avLst>
          </a:prstGeom>
          <a:solidFill>
            <a:srgbClr val="1F3C88"/>
          </a:solidFill>
          <a:ln w="12700">
            <a:solidFill>
              <a:srgbClr val="1F3C88"/>
            </a:solidFill>
            <a:prstDash val="solid"/>
          </a:ln>
        </p:spPr>
        <p:txBody>
          <a:bodyPr/>
          <a:lstStyle/>
          <a:p>
            <a:endParaRPr lang="zh-CN" altLang="en-US"/>
          </a:p>
        </p:txBody>
      </p:sp>
      <p:sp>
        <p:nvSpPr>
          <p:cNvPr id="41" name="Text 39"/>
          <p:cNvSpPr/>
          <p:nvPr/>
        </p:nvSpPr>
        <p:spPr>
          <a:xfrm>
            <a:off x="10378440" y="1581912"/>
            <a:ext cx="347472" cy="109728"/>
          </a:xfrm>
          <a:prstGeom prst="rect">
            <a:avLst/>
          </a:prstGeom>
          <a:noFill/>
          <a:ln/>
        </p:spPr>
        <p:txBody>
          <a:bodyPr wrap="square" rtlCol="0" anchor="ctr"/>
          <a:lstStyle/>
          <a:p>
            <a:pPr marL="0" indent="0" algn="ctr">
              <a:buNone/>
            </a:pPr>
            <a:r>
              <a:rPr lang="en-US" sz="1000" b="1" dirty="0">
                <a:solidFill>
                  <a:srgbClr val="FFFFFF"/>
                </a:solidFill>
              </a:rPr>
              <a:t>6</a:t>
            </a:r>
            <a:endParaRPr lang="en-US" sz="1000" dirty="0"/>
          </a:p>
        </p:txBody>
      </p:sp>
      <p:sp>
        <p:nvSpPr>
          <p:cNvPr id="42" name="Shape 40"/>
          <p:cNvSpPr/>
          <p:nvPr/>
        </p:nvSpPr>
        <p:spPr>
          <a:xfrm>
            <a:off x="10378440" y="1920240"/>
            <a:ext cx="1463040" cy="566928"/>
          </a:xfrm>
          <a:prstGeom prst="roundRect">
            <a:avLst>
              <a:gd name="adj" fmla="val 9677"/>
            </a:avLst>
          </a:prstGeom>
          <a:solidFill>
            <a:srgbClr val="FEF3F2"/>
          </a:solidFill>
          <a:ln w="12700">
            <a:solidFill>
              <a:srgbClr val="FECDCA"/>
            </a:solidFill>
            <a:prstDash val="solid"/>
          </a:ln>
        </p:spPr>
        <p:txBody>
          <a:bodyPr/>
          <a:lstStyle/>
          <a:p>
            <a:endParaRPr lang="zh-CN" altLang="en-US"/>
          </a:p>
        </p:txBody>
      </p:sp>
      <p:sp>
        <p:nvSpPr>
          <p:cNvPr id="43" name="Text 41"/>
          <p:cNvSpPr/>
          <p:nvPr/>
        </p:nvSpPr>
        <p:spPr>
          <a:xfrm>
            <a:off x="10442448" y="2542032"/>
            <a:ext cx="1353312" cy="384048"/>
          </a:xfrm>
          <a:prstGeom prst="rect">
            <a:avLst/>
          </a:prstGeom>
          <a:noFill/>
          <a:ln/>
        </p:spPr>
        <p:txBody>
          <a:bodyPr wrap="square" rtlCol="0" anchor="ctr"/>
          <a:lstStyle/>
          <a:p>
            <a:pPr marL="0" indent="0" algn="ctr">
              <a:buNone/>
            </a:pPr>
            <a:r>
              <a:rPr lang="en-US" sz="1150" b="1" dirty="0">
                <a:solidFill>
                  <a:srgbClr val="101828"/>
                </a:solidFill>
              </a:rPr>
              <a:t>Visitor views digital exhibits on-site</a:t>
            </a:r>
            <a:endParaRPr lang="en-US" sz="1150" dirty="0"/>
          </a:p>
        </p:txBody>
      </p:sp>
      <p:sp>
        <p:nvSpPr>
          <p:cNvPr id="44" name="Text 42"/>
          <p:cNvSpPr/>
          <p:nvPr/>
        </p:nvSpPr>
        <p:spPr>
          <a:xfrm>
            <a:off x="10351008" y="2843784"/>
            <a:ext cx="1517904" cy="182880"/>
          </a:xfrm>
          <a:prstGeom prst="rect">
            <a:avLst/>
          </a:prstGeom>
          <a:noFill/>
          <a:ln/>
        </p:spPr>
        <p:txBody>
          <a:bodyPr wrap="square" rtlCol="0" anchor="ctr"/>
          <a:lstStyle/>
          <a:p>
            <a:pPr marL="0" indent="0" algn="ctr">
              <a:buNone/>
            </a:pPr>
            <a:endParaRPr lang="en-US" sz="920" dirty="0"/>
          </a:p>
        </p:txBody>
      </p:sp>
      <p:sp>
        <p:nvSpPr>
          <p:cNvPr id="46" name="Text 44"/>
          <p:cNvSpPr/>
          <p:nvPr/>
        </p:nvSpPr>
        <p:spPr>
          <a:xfrm>
            <a:off x="1051560" y="3913632"/>
            <a:ext cx="1920240" cy="228600"/>
          </a:xfrm>
          <a:prstGeom prst="rect">
            <a:avLst/>
          </a:prstGeom>
          <a:noFill/>
          <a:ln/>
        </p:spPr>
        <p:txBody>
          <a:bodyPr wrap="square" rtlCol="0" anchor="ctr"/>
          <a:lstStyle/>
          <a:p>
            <a:pPr marL="0" indent="0">
              <a:buNone/>
            </a:pPr>
            <a:endParaRPr lang="en-US" sz="1200" dirty="0"/>
          </a:p>
        </p:txBody>
      </p:sp>
      <p:sp>
        <p:nvSpPr>
          <p:cNvPr id="47" name="Text 45"/>
          <p:cNvSpPr/>
          <p:nvPr/>
        </p:nvSpPr>
        <p:spPr>
          <a:xfrm>
            <a:off x="1051560" y="4206240"/>
            <a:ext cx="9784080" cy="777240"/>
          </a:xfrm>
          <a:prstGeom prst="rect">
            <a:avLst/>
          </a:prstGeom>
          <a:noFill/>
          <a:ln/>
        </p:spPr>
        <p:txBody>
          <a:bodyPr wrap="square" rtlCol="0" anchor="ctr"/>
          <a:lstStyle/>
          <a:p>
            <a:pPr marL="203200" indent="-203200">
              <a:buSzPct val="100000"/>
              <a:buChar char="•"/>
            </a:pPr>
            <a:endParaRPr lang="en-US" sz="1250" dirty="0"/>
          </a:p>
        </p:txBody>
      </p:sp>
      <p:sp>
        <p:nvSpPr>
          <p:cNvPr id="48"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411480"/>
            <a:ext cx="9875520" cy="411480"/>
          </a:xfrm>
          <a:prstGeom prst="rect">
            <a:avLst/>
          </a:prstGeom>
          <a:noFill/>
          <a:ln/>
        </p:spPr>
        <p:txBody>
          <a:bodyPr wrap="square" rtlCol="0" anchor="ctr"/>
          <a:lstStyle/>
          <a:p>
            <a:pPr marL="0" indent="0">
              <a:buNone/>
            </a:pPr>
            <a:r>
              <a:rPr lang="en-US" sz="2400" b="1" dirty="0">
                <a:solidFill>
                  <a:srgbClr val="101828"/>
                </a:solidFill>
                <a:latin typeface="Aptos Display" pitchFamily="34" charset="0"/>
                <a:ea typeface="Aptos Display" pitchFamily="34" charset="-122"/>
                <a:cs typeface="Aptos Display" pitchFamily="34" charset="-120"/>
              </a:rPr>
              <a:t>Task 1 · Storyboard Panels</a:t>
            </a:r>
            <a:endParaRPr lang="en-US" sz="2400" dirty="0"/>
          </a:p>
        </p:txBody>
      </p:sp>
      <p:sp>
        <p:nvSpPr>
          <p:cNvPr id="3" name="Text 1"/>
          <p:cNvSpPr/>
          <p:nvPr/>
        </p:nvSpPr>
        <p:spPr>
          <a:xfrm>
            <a:off x="521208" y="868680"/>
            <a:ext cx="10972800" cy="256032"/>
          </a:xfrm>
          <a:prstGeom prst="rect">
            <a:avLst/>
          </a:prstGeom>
          <a:noFill/>
          <a:ln/>
        </p:spPr>
        <p:txBody>
          <a:bodyPr wrap="square" rtlCol="0" anchor="ctr"/>
          <a:lstStyle/>
          <a:p>
            <a:pPr marL="0" indent="0">
              <a:buNone/>
            </a:pPr>
            <a:r>
              <a:rPr lang="en-US" sz="1050" dirty="0">
                <a:solidFill>
                  <a:srgbClr val="475467"/>
                </a:solidFill>
                <a:latin typeface="Aptos" pitchFamily="34" charset="0"/>
                <a:ea typeface="Aptos" pitchFamily="34" charset="-122"/>
                <a:cs typeface="Aptos" pitchFamily="34" charset="-120"/>
              </a:rPr>
              <a:t>A visual narrative for the core placement journey inside the authoring tool.</a:t>
            </a:r>
            <a:endParaRPr lang="en-US" sz="1050" dirty="0"/>
          </a:p>
        </p:txBody>
      </p:sp>
      <p:sp>
        <p:nvSpPr>
          <p:cNvPr id="4" name="Shape 2"/>
          <p:cNvSpPr/>
          <p:nvPr/>
        </p:nvSpPr>
        <p:spPr>
          <a:xfrm>
            <a:off x="685800" y="1325880"/>
            <a:ext cx="1920240" cy="1783080"/>
          </a:xfrm>
          <a:prstGeom prst="roundRect">
            <a:avLst>
              <a:gd name="adj" fmla="val 5128"/>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5" name="Shape 3"/>
          <p:cNvSpPr/>
          <p:nvPr/>
        </p:nvSpPr>
        <p:spPr>
          <a:xfrm>
            <a:off x="822960" y="1463040"/>
            <a:ext cx="1645920" cy="658368"/>
          </a:xfrm>
          <a:prstGeom prst="roundRect">
            <a:avLst>
              <a:gd name="adj" fmla="val 8333"/>
            </a:avLst>
          </a:prstGeom>
          <a:solidFill>
            <a:srgbClr val="EEF4FF"/>
          </a:solidFill>
          <a:ln w="12700">
            <a:solidFill>
              <a:srgbClr val="D0D5DD"/>
            </a:solidFill>
            <a:prstDash val="solid"/>
          </a:ln>
        </p:spPr>
        <p:txBody>
          <a:bodyPr/>
          <a:lstStyle/>
          <a:p>
            <a:endParaRPr lang="zh-CN" altLang="en-US"/>
          </a:p>
        </p:txBody>
      </p:sp>
      <p:sp>
        <p:nvSpPr>
          <p:cNvPr id="6" name="Shape 4"/>
          <p:cNvSpPr/>
          <p:nvPr/>
        </p:nvSpPr>
        <p:spPr>
          <a:xfrm>
            <a:off x="1097280" y="1627632"/>
            <a:ext cx="1097280" cy="292608"/>
          </a:xfrm>
          <a:prstGeom prst="rect">
            <a:avLst/>
          </a:prstGeom>
          <a:solidFill>
            <a:srgbClr val="FFFFFF"/>
          </a:solidFill>
          <a:ln w="12700">
            <a:solidFill>
              <a:srgbClr val="B2CCFF"/>
            </a:solidFill>
            <a:prstDash val="solid"/>
          </a:ln>
        </p:spPr>
        <p:txBody>
          <a:bodyPr/>
          <a:lstStyle/>
          <a:p>
            <a:endParaRPr lang="zh-CN" altLang="en-US"/>
          </a:p>
        </p:txBody>
      </p:sp>
      <p:sp>
        <p:nvSpPr>
          <p:cNvPr id="7" name="Text 5"/>
          <p:cNvSpPr/>
          <p:nvPr/>
        </p:nvSpPr>
        <p:spPr>
          <a:xfrm>
            <a:off x="795528" y="2203704"/>
            <a:ext cx="1700784" cy="182880"/>
          </a:xfrm>
          <a:prstGeom prst="rect">
            <a:avLst/>
          </a:prstGeom>
          <a:noFill/>
          <a:ln/>
        </p:spPr>
        <p:txBody>
          <a:bodyPr wrap="square" rtlCol="0" anchor="ctr"/>
          <a:lstStyle/>
          <a:p>
            <a:pPr marL="0" indent="0">
              <a:buNone/>
            </a:pPr>
            <a:r>
              <a:rPr lang="en-US" sz="1200" b="1" dirty="0">
                <a:solidFill>
                  <a:srgbClr val="101828"/>
                </a:solidFill>
              </a:rPr>
              <a:t>1. Open Tool</a:t>
            </a:r>
            <a:endParaRPr lang="en-US" sz="1200" dirty="0"/>
          </a:p>
        </p:txBody>
      </p:sp>
      <p:sp>
        <p:nvSpPr>
          <p:cNvPr id="8" name="Text 6"/>
          <p:cNvSpPr/>
          <p:nvPr/>
        </p:nvSpPr>
        <p:spPr>
          <a:xfrm>
            <a:off x="795528" y="2423160"/>
            <a:ext cx="1700784" cy="502920"/>
          </a:xfrm>
          <a:prstGeom prst="rect">
            <a:avLst/>
          </a:prstGeom>
          <a:noFill/>
          <a:ln/>
        </p:spPr>
        <p:txBody>
          <a:bodyPr wrap="square" rtlCol="0" anchor="ctr"/>
          <a:lstStyle/>
          <a:p>
            <a:pPr marL="0" indent="0">
              <a:buNone/>
            </a:pPr>
            <a:r>
              <a:rPr lang="en-US" sz="1020" dirty="0">
                <a:solidFill>
                  <a:srgbClr val="667085"/>
                </a:solidFill>
              </a:rPr>
              <a:t>Researcher opens the authoring tool and starts a new session.</a:t>
            </a:r>
            <a:endParaRPr lang="en-US" sz="1020" dirty="0"/>
          </a:p>
        </p:txBody>
      </p:sp>
      <p:sp>
        <p:nvSpPr>
          <p:cNvPr id="9" name="Shape 7"/>
          <p:cNvSpPr/>
          <p:nvPr/>
        </p:nvSpPr>
        <p:spPr>
          <a:xfrm>
            <a:off x="3063240" y="1325880"/>
            <a:ext cx="1920240" cy="1783080"/>
          </a:xfrm>
          <a:prstGeom prst="roundRect">
            <a:avLst>
              <a:gd name="adj" fmla="val 5128"/>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10" name="Shape 8"/>
          <p:cNvSpPr/>
          <p:nvPr/>
        </p:nvSpPr>
        <p:spPr>
          <a:xfrm>
            <a:off x="3200400" y="1463040"/>
            <a:ext cx="1645920" cy="658368"/>
          </a:xfrm>
          <a:prstGeom prst="roundRect">
            <a:avLst>
              <a:gd name="adj" fmla="val 8333"/>
            </a:avLst>
          </a:prstGeom>
          <a:solidFill>
            <a:srgbClr val="F5F3FF"/>
          </a:solidFill>
          <a:ln w="12700">
            <a:solidFill>
              <a:srgbClr val="D0D5DD"/>
            </a:solidFill>
            <a:prstDash val="solid"/>
          </a:ln>
        </p:spPr>
        <p:txBody>
          <a:bodyPr/>
          <a:lstStyle/>
          <a:p>
            <a:endParaRPr lang="zh-CN" altLang="en-US"/>
          </a:p>
        </p:txBody>
      </p:sp>
      <p:sp>
        <p:nvSpPr>
          <p:cNvPr id="11" name="Shape 9"/>
          <p:cNvSpPr/>
          <p:nvPr/>
        </p:nvSpPr>
        <p:spPr>
          <a:xfrm>
            <a:off x="3429000" y="1554480"/>
            <a:ext cx="1188720" cy="438912"/>
          </a:xfrm>
          <a:prstGeom prst="rect">
            <a:avLst/>
          </a:prstGeom>
          <a:solidFill>
            <a:srgbClr val="FFFFFF"/>
          </a:solidFill>
          <a:ln w="12700">
            <a:solidFill>
              <a:srgbClr val="D9D6FE"/>
            </a:solidFill>
            <a:prstDash val="solid"/>
          </a:ln>
        </p:spPr>
        <p:txBody>
          <a:bodyPr/>
          <a:lstStyle/>
          <a:p>
            <a:endParaRPr lang="zh-CN" altLang="en-US"/>
          </a:p>
        </p:txBody>
      </p:sp>
      <p:sp>
        <p:nvSpPr>
          <p:cNvPr id="12" name="Shape 10"/>
          <p:cNvSpPr/>
          <p:nvPr/>
        </p:nvSpPr>
        <p:spPr>
          <a:xfrm>
            <a:off x="3886200" y="1554480"/>
            <a:ext cx="0" cy="438912"/>
          </a:xfrm>
          <a:prstGeom prst="line">
            <a:avLst/>
          </a:prstGeom>
          <a:noFill/>
          <a:ln w="12700">
            <a:solidFill>
              <a:srgbClr val="D9D6FE"/>
            </a:solidFill>
            <a:prstDash val="solid"/>
          </a:ln>
        </p:spPr>
        <p:txBody>
          <a:bodyPr/>
          <a:lstStyle/>
          <a:p>
            <a:endParaRPr lang="zh-CN" altLang="en-US"/>
          </a:p>
        </p:txBody>
      </p:sp>
      <p:sp>
        <p:nvSpPr>
          <p:cNvPr id="13" name="Text 11"/>
          <p:cNvSpPr/>
          <p:nvPr/>
        </p:nvSpPr>
        <p:spPr>
          <a:xfrm>
            <a:off x="3172968" y="2203704"/>
            <a:ext cx="1700784" cy="182880"/>
          </a:xfrm>
          <a:prstGeom prst="rect">
            <a:avLst/>
          </a:prstGeom>
          <a:noFill/>
          <a:ln/>
        </p:spPr>
        <p:txBody>
          <a:bodyPr wrap="square" rtlCol="0" anchor="ctr"/>
          <a:lstStyle/>
          <a:p>
            <a:pPr marL="0" indent="0">
              <a:buNone/>
            </a:pPr>
            <a:r>
              <a:rPr lang="en-US" sz="1200" b="1" dirty="0">
                <a:solidFill>
                  <a:srgbClr val="101828"/>
                </a:solidFill>
              </a:rPr>
              <a:t>2. View Hallway Model</a:t>
            </a:r>
            <a:endParaRPr lang="en-US" sz="1200" dirty="0"/>
          </a:p>
        </p:txBody>
      </p:sp>
      <p:sp>
        <p:nvSpPr>
          <p:cNvPr id="14" name="Text 12"/>
          <p:cNvSpPr/>
          <p:nvPr/>
        </p:nvSpPr>
        <p:spPr>
          <a:xfrm>
            <a:off x="3172968" y="2423160"/>
            <a:ext cx="1700784" cy="502920"/>
          </a:xfrm>
          <a:prstGeom prst="rect">
            <a:avLst/>
          </a:prstGeom>
          <a:noFill/>
          <a:ln/>
        </p:spPr>
        <p:txBody>
          <a:bodyPr wrap="square" rtlCol="0" anchor="ctr"/>
          <a:lstStyle/>
          <a:p>
            <a:pPr marL="0" indent="0">
              <a:buNone/>
            </a:pPr>
            <a:r>
              <a:rPr lang="en-US" sz="1020" dirty="0">
                <a:solidFill>
                  <a:srgbClr val="667085"/>
                </a:solidFill>
              </a:rPr>
              <a:t>A simplified hallway or wall model becomes visible for editing.</a:t>
            </a:r>
            <a:endParaRPr lang="en-US" sz="1020" dirty="0"/>
          </a:p>
        </p:txBody>
      </p:sp>
      <p:sp>
        <p:nvSpPr>
          <p:cNvPr id="15" name="Shape 13"/>
          <p:cNvSpPr/>
          <p:nvPr/>
        </p:nvSpPr>
        <p:spPr>
          <a:xfrm>
            <a:off x="5440680" y="1325880"/>
            <a:ext cx="1920240" cy="1783080"/>
          </a:xfrm>
          <a:prstGeom prst="roundRect">
            <a:avLst>
              <a:gd name="adj" fmla="val 5128"/>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16" name="Shape 14"/>
          <p:cNvSpPr/>
          <p:nvPr/>
        </p:nvSpPr>
        <p:spPr>
          <a:xfrm>
            <a:off x="5577840" y="1463040"/>
            <a:ext cx="1645920" cy="658368"/>
          </a:xfrm>
          <a:prstGeom prst="roundRect">
            <a:avLst>
              <a:gd name="adj" fmla="val 8333"/>
            </a:avLst>
          </a:prstGeom>
          <a:solidFill>
            <a:srgbClr val="ECFDF3"/>
          </a:solidFill>
          <a:ln w="12700">
            <a:solidFill>
              <a:srgbClr val="D0D5DD"/>
            </a:solidFill>
            <a:prstDash val="solid"/>
          </a:ln>
        </p:spPr>
        <p:txBody>
          <a:bodyPr/>
          <a:lstStyle/>
          <a:p>
            <a:endParaRPr lang="zh-CN" altLang="en-US"/>
          </a:p>
        </p:txBody>
      </p:sp>
      <p:sp>
        <p:nvSpPr>
          <p:cNvPr id="17" name="Shape 15"/>
          <p:cNvSpPr/>
          <p:nvPr/>
        </p:nvSpPr>
        <p:spPr>
          <a:xfrm>
            <a:off x="5916168" y="1600200"/>
            <a:ext cx="786384" cy="201168"/>
          </a:xfrm>
          <a:prstGeom prst="roundRect">
            <a:avLst/>
          </a:prstGeom>
          <a:solidFill>
            <a:srgbClr val="FFFFFF"/>
          </a:solidFill>
          <a:ln w="12700">
            <a:solidFill>
              <a:srgbClr val="ABEFC6"/>
            </a:solidFill>
            <a:prstDash val="solid"/>
          </a:ln>
        </p:spPr>
        <p:txBody>
          <a:bodyPr/>
          <a:lstStyle/>
          <a:p>
            <a:endParaRPr lang="zh-CN" altLang="en-US"/>
          </a:p>
        </p:txBody>
      </p:sp>
      <p:sp>
        <p:nvSpPr>
          <p:cNvPr id="18" name="Text 16"/>
          <p:cNvSpPr/>
          <p:nvPr/>
        </p:nvSpPr>
        <p:spPr>
          <a:xfrm>
            <a:off x="6190488" y="1613916"/>
            <a:ext cx="182880" cy="91440"/>
          </a:xfrm>
          <a:prstGeom prst="rect">
            <a:avLst/>
          </a:prstGeom>
          <a:noFill/>
          <a:ln/>
        </p:spPr>
        <p:txBody>
          <a:bodyPr wrap="square" rtlCol="0" anchor="ctr"/>
          <a:lstStyle/>
          <a:p>
            <a:pPr marL="0" indent="0" algn="ctr">
              <a:buNone/>
            </a:pPr>
            <a:r>
              <a:rPr lang="en-US" sz="1200" b="1" dirty="0">
                <a:solidFill>
                  <a:srgbClr val="12B76A"/>
                </a:solidFill>
              </a:rPr>
              <a:t>+</a:t>
            </a:r>
            <a:endParaRPr lang="en-US" sz="1200" dirty="0"/>
          </a:p>
        </p:txBody>
      </p:sp>
      <p:sp>
        <p:nvSpPr>
          <p:cNvPr id="19" name="Text 17"/>
          <p:cNvSpPr/>
          <p:nvPr/>
        </p:nvSpPr>
        <p:spPr>
          <a:xfrm>
            <a:off x="5550408" y="2203704"/>
            <a:ext cx="1700784" cy="182880"/>
          </a:xfrm>
          <a:prstGeom prst="rect">
            <a:avLst/>
          </a:prstGeom>
          <a:noFill/>
          <a:ln/>
        </p:spPr>
        <p:txBody>
          <a:bodyPr wrap="square" rtlCol="0" anchor="ctr"/>
          <a:lstStyle/>
          <a:p>
            <a:pPr marL="0" indent="0">
              <a:buNone/>
            </a:pPr>
            <a:r>
              <a:rPr lang="en-US" sz="1200" b="1" dirty="0">
                <a:solidFill>
                  <a:srgbClr val="101828"/>
                </a:solidFill>
              </a:rPr>
              <a:t>3. Add Content</a:t>
            </a:r>
            <a:endParaRPr lang="en-US" sz="1200" dirty="0"/>
          </a:p>
        </p:txBody>
      </p:sp>
      <p:sp>
        <p:nvSpPr>
          <p:cNvPr id="20" name="Text 18"/>
          <p:cNvSpPr/>
          <p:nvPr/>
        </p:nvSpPr>
        <p:spPr>
          <a:xfrm>
            <a:off x="5550408" y="2423160"/>
            <a:ext cx="1700784" cy="502920"/>
          </a:xfrm>
          <a:prstGeom prst="rect">
            <a:avLst/>
          </a:prstGeom>
          <a:noFill/>
          <a:ln/>
        </p:spPr>
        <p:txBody>
          <a:bodyPr wrap="square" rtlCol="0" anchor="ctr"/>
          <a:lstStyle/>
          <a:p>
            <a:pPr marL="0" indent="0">
              <a:buNone/>
            </a:pPr>
            <a:r>
              <a:rPr lang="en-US" sz="1020" dirty="0">
                <a:solidFill>
                  <a:srgbClr val="667085"/>
                </a:solidFill>
              </a:rPr>
              <a:t>The user uploads or creates a new exhibit item.</a:t>
            </a:r>
            <a:endParaRPr lang="en-US" sz="1020" dirty="0"/>
          </a:p>
        </p:txBody>
      </p:sp>
      <p:sp>
        <p:nvSpPr>
          <p:cNvPr id="21" name="Shape 19"/>
          <p:cNvSpPr/>
          <p:nvPr/>
        </p:nvSpPr>
        <p:spPr>
          <a:xfrm>
            <a:off x="7818120" y="1325880"/>
            <a:ext cx="1920240" cy="1783080"/>
          </a:xfrm>
          <a:prstGeom prst="roundRect">
            <a:avLst>
              <a:gd name="adj" fmla="val 5128"/>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22" name="Shape 20"/>
          <p:cNvSpPr/>
          <p:nvPr/>
        </p:nvSpPr>
        <p:spPr>
          <a:xfrm>
            <a:off x="7955280" y="1463040"/>
            <a:ext cx="1645920" cy="658368"/>
          </a:xfrm>
          <a:prstGeom prst="roundRect">
            <a:avLst>
              <a:gd name="adj" fmla="val 8333"/>
            </a:avLst>
          </a:prstGeom>
          <a:solidFill>
            <a:srgbClr val="FFF6ED"/>
          </a:solidFill>
          <a:ln w="12700">
            <a:solidFill>
              <a:srgbClr val="D0D5DD"/>
            </a:solidFill>
            <a:prstDash val="solid"/>
          </a:ln>
        </p:spPr>
        <p:txBody>
          <a:bodyPr/>
          <a:lstStyle/>
          <a:p>
            <a:endParaRPr lang="zh-CN" altLang="en-US"/>
          </a:p>
        </p:txBody>
      </p:sp>
      <p:sp>
        <p:nvSpPr>
          <p:cNvPr id="23" name="Shape 21"/>
          <p:cNvSpPr/>
          <p:nvPr/>
        </p:nvSpPr>
        <p:spPr>
          <a:xfrm>
            <a:off x="8183880" y="1545336"/>
            <a:ext cx="1188720" cy="438912"/>
          </a:xfrm>
          <a:prstGeom prst="rect">
            <a:avLst/>
          </a:prstGeom>
          <a:solidFill>
            <a:srgbClr val="FFFFFF"/>
          </a:solidFill>
          <a:ln w="12700">
            <a:solidFill>
              <a:srgbClr val="FEDF89"/>
            </a:solidFill>
            <a:prstDash val="solid"/>
          </a:ln>
        </p:spPr>
        <p:txBody>
          <a:bodyPr/>
          <a:lstStyle/>
          <a:p>
            <a:endParaRPr lang="zh-CN" altLang="en-US"/>
          </a:p>
        </p:txBody>
      </p:sp>
      <p:sp>
        <p:nvSpPr>
          <p:cNvPr id="24" name="Shape 22"/>
          <p:cNvSpPr/>
          <p:nvPr/>
        </p:nvSpPr>
        <p:spPr>
          <a:xfrm>
            <a:off x="8686800" y="1636776"/>
            <a:ext cx="274320" cy="182880"/>
          </a:xfrm>
          <a:prstGeom prst="rect">
            <a:avLst/>
          </a:prstGeom>
          <a:solidFill>
            <a:srgbClr val="F79009"/>
          </a:solidFill>
          <a:ln w="12700">
            <a:solidFill>
              <a:srgbClr val="F79009"/>
            </a:solidFill>
            <a:prstDash val="solid"/>
          </a:ln>
        </p:spPr>
        <p:txBody>
          <a:bodyPr/>
          <a:lstStyle/>
          <a:p>
            <a:endParaRPr lang="zh-CN" altLang="en-US"/>
          </a:p>
        </p:txBody>
      </p:sp>
      <p:sp>
        <p:nvSpPr>
          <p:cNvPr id="25" name="Text 23"/>
          <p:cNvSpPr/>
          <p:nvPr/>
        </p:nvSpPr>
        <p:spPr>
          <a:xfrm>
            <a:off x="7927848" y="2203704"/>
            <a:ext cx="1700784" cy="182880"/>
          </a:xfrm>
          <a:prstGeom prst="rect">
            <a:avLst/>
          </a:prstGeom>
          <a:noFill/>
          <a:ln/>
        </p:spPr>
        <p:txBody>
          <a:bodyPr wrap="square" rtlCol="0" anchor="ctr"/>
          <a:lstStyle/>
          <a:p>
            <a:pPr marL="0" indent="0">
              <a:buNone/>
            </a:pPr>
            <a:r>
              <a:rPr lang="en-US" sz="1200" b="1" dirty="0">
                <a:solidFill>
                  <a:srgbClr val="101828"/>
                </a:solidFill>
              </a:rPr>
              <a:t>4. Place Content</a:t>
            </a:r>
            <a:endParaRPr lang="en-US" sz="1200" dirty="0"/>
          </a:p>
        </p:txBody>
      </p:sp>
      <p:sp>
        <p:nvSpPr>
          <p:cNvPr id="26" name="Text 24"/>
          <p:cNvSpPr/>
          <p:nvPr/>
        </p:nvSpPr>
        <p:spPr>
          <a:xfrm>
            <a:off x="7927848" y="2423160"/>
            <a:ext cx="1700784" cy="502920"/>
          </a:xfrm>
          <a:prstGeom prst="rect">
            <a:avLst/>
          </a:prstGeom>
          <a:noFill/>
          <a:ln/>
        </p:spPr>
        <p:txBody>
          <a:bodyPr wrap="square" rtlCol="0" anchor="ctr"/>
          <a:lstStyle/>
          <a:p>
            <a:pPr marL="0" indent="0">
              <a:buNone/>
            </a:pPr>
            <a:r>
              <a:rPr lang="en-US" sz="1020" dirty="0">
                <a:solidFill>
                  <a:srgbClr val="667085"/>
                </a:solidFill>
              </a:rPr>
              <a:t>The item is dragged onto a target wall and adjusted in size and position.</a:t>
            </a:r>
            <a:endParaRPr lang="en-US" sz="1020" dirty="0"/>
          </a:p>
        </p:txBody>
      </p:sp>
      <p:sp>
        <p:nvSpPr>
          <p:cNvPr id="27" name="Shape 25"/>
          <p:cNvSpPr/>
          <p:nvPr/>
        </p:nvSpPr>
        <p:spPr>
          <a:xfrm>
            <a:off x="1874520" y="3657600"/>
            <a:ext cx="1920240" cy="1783080"/>
          </a:xfrm>
          <a:prstGeom prst="roundRect">
            <a:avLst>
              <a:gd name="adj" fmla="val 5128"/>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28" name="Shape 26"/>
          <p:cNvSpPr/>
          <p:nvPr/>
        </p:nvSpPr>
        <p:spPr>
          <a:xfrm>
            <a:off x="2011680" y="3794760"/>
            <a:ext cx="1645920" cy="658368"/>
          </a:xfrm>
          <a:prstGeom prst="roundRect">
            <a:avLst>
              <a:gd name="adj" fmla="val 8333"/>
            </a:avLst>
          </a:prstGeom>
          <a:solidFill>
            <a:srgbClr val="F8F9FC"/>
          </a:solidFill>
          <a:ln w="12700">
            <a:solidFill>
              <a:srgbClr val="D0D5DD"/>
            </a:solidFill>
            <a:prstDash val="solid"/>
          </a:ln>
        </p:spPr>
        <p:txBody>
          <a:bodyPr/>
          <a:lstStyle/>
          <a:p>
            <a:endParaRPr lang="zh-CN" altLang="en-US"/>
          </a:p>
        </p:txBody>
      </p:sp>
      <p:sp>
        <p:nvSpPr>
          <p:cNvPr id="29" name="Shape 27"/>
          <p:cNvSpPr/>
          <p:nvPr/>
        </p:nvSpPr>
        <p:spPr>
          <a:xfrm>
            <a:off x="2313432" y="3922776"/>
            <a:ext cx="841248" cy="201168"/>
          </a:xfrm>
          <a:prstGeom prst="roundRect">
            <a:avLst/>
          </a:prstGeom>
          <a:solidFill>
            <a:srgbClr val="FFFFFF"/>
          </a:solidFill>
          <a:ln w="12700">
            <a:solidFill>
              <a:srgbClr val="D0D5DD"/>
            </a:solidFill>
            <a:prstDash val="solid"/>
          </a:ln>
        </p:spPr>
        <p:txBody>
          <a:bodyPr/>
          <a:lstStyle/>
          <a:p>
            <a:endParaRPr lang="zh-CN" altLang="en-US"/>
          </a:p>
        </p:txBody>
      </p:sp>
      <p:sp>
        <p:nvSpPr>
          <p:cNvPr id="30" name="Text 28"/>
          <p:cNvSpPr/>
          <p:nvPr/>
        </p:nvSpPr>
        <p:spPr>
          <a:xfrm>
            <a:off x="2432304" y="3959352"/>
            <a:ext cx="603504" cy="73152"/>
          </a:xfrm>
          <a:prstGeom prst="rect">
            <a:avLst/>
          </a:prstGeom>
          <a:noFill/>
          <a:ln/>
        </p:spPr>
        <p:txBody>
          <a:bodyPr wrap="square" rtlCol="0" anchor="ctr"/>
          <a:lstStyle/>
          <a:p>
            <a:pPr marL="0" indent="0" algn="ctr">
              <a:buNone/>
            </a:pPr>
            <a:r>
              <a:rPr lang="en-US" sz="1000" b="1" dirty="0">
                <a:solidFill>
                  <a:srgbClr val="344054"/>
                </a:solidFill>
              </a:rPr>
              <a:t>Saved</a:t>
            </a:r>
            <a:endParaRPr lang="en-US" sz="1000" dirty="0"/>
          </a:p>
        </p:txBody>
      </p:sp>
      <p:sp>
        <p:nvSpPr>
          <p:cNvPr id="31" name="Text 29"/>
          <p:cNvSpPr/>
          <p:nvPr/>
        </p:nvSpPr>
        <p:spPr>
          <a:xfrm>
            <a:off x="1984248" y="4535424"/>
            <a:ext cx="1700784" cy="182880"/>
          </a:xfrm>
          <a:prstGeom prst="rect">
            <a:avLst/>
          </a:prstGeom>
          <a:noFill/>
          <a:ln/>
        </p:spPr>
        <p:txBody>
          <a:bodyPr wrap="square" rtlCol="0" anchor="ctr"/>
          <a:lstStyle/>
          <a:p>
            <a:pPr marL="0" indent="0">
              <a:buNone/>
            </a:pPr>
            <a:r>
              <a:rPr lang="en-US" sz="1200" b="1" dirty="0">
                <a:solidFill>
                  <a:srgbClr val="101828"/>
                </a:solidFill>
              </a:rPr>
              <a:t>5. Save to Backend</a:t>
            </a:r>
            <a:endParaRPr lang="en-US" sz="1200" dirty="0"/>
          </a:p>
        </p:txBody>
      </p:sp>
      <p:sp>
        <p:nvSpPr>
          <p:cNvPr id="32" name="Text 30"/>
          <p:cNvSpPr/>
          <p:nvPr/>
        </p:nvSpPr>
        <p:spPr>
          <a:xfrm>
            <a:off x="1984248" y="4754880"/>
            <a:ext cx="1700784" cy="502920"/>
          </a:xfrm>
          <a:prstGeom prst="rect">
            <a:avLst/>
          </a:prstGeom>
          <a:noFill/>
          <a:ln/>
        </p:spPr>
        <p:txBody>
          <a:bodyPr wrap="square" rtlCol="0" anchor="ctr"/>
          <a:lstStyle/>
          <a:p>
            <a:pPr marL="0" indent="0">
              <a:buNone/>
            </a:pPr>
            <a:r>
              <a:rPr lang="en-US" sz="1020" dirty="0">
                <a:solidFill>
                  <a:srgbClr val="667085"/>
                </a:solidFill>
              </a:rPr>
              <a:t>The system stores the content and placement data through the backend service.</a:t>
            </a:r>
            <a:endParaRPr lang="en-US" sz="1020" dirty="0"/>
          </a:p>
        </p:txBody>
      </p:sp>
      <p:sp>
        <p:nvSpPr>
          <p:cNvPr id="33" name="Shape 31"/>
          <p:cNvSpPr/>
          <p:nvPr/>
        </p:nvSpPr>
        <p:spPr>
          <a:xfrm>
            <a:off x="6080760" y="3657600"/>
            <a:ext cx="1920240" cy="1783080"/>
          </a:xfrm>
          <a:prstGeom prst="roundRect">
            <a:avLst>
              <a:gd name="adj" fmla="val 5128"/>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34" name="Shape 32"/>
          <p:cNvSpPr/>
          <p:nvPr/>
        </p:nvSpPr>
        <p:spPr>
          <a:xfrm>
            <a:off x="6217920" y="3794760"/>
            <a:ext cx="1645920" cy="658368"/>
          </a:xfrm>
          <a:prstGeom prst="roundRect">
            <a:avLst>
              <a:gd name="adj" fmla="val 8333"/>
            </a:avLst>
          </a:prstGeom>
          <a:solidFill>
            <a:srgbClr val="FEF3F2"/>
          </a:solidFill>
          <a:ln w="12700">
            <a:solidFill>
              <a:srgbClr val="D0D5DD"/>
            </a:solidFill>
            <a:prstDash val="solid"/>
          </a:ln>
        </p:spPr>
        <p:txBody>
          <a:bodyPr/>
          <a:lstStyle/>
          <a:p>
            <a:endParaRPr lang="zh-CN" altLang="en-US"/>
          </a:p>
        </p:txBody>
      </p:sp>
      <p:sp>
        <p:nvSpPr>
          <p:cNvPr id="35" name="Shape 33"/>
          <p:cNvSpPr/>
          <p:nvPr/>
        </p:nvSpPr>
        <p:spPr>
          <a:xfrm>
            <a:off x="6793992" y="3877056"/>
            <a:ext cx="493776" cy="493776"/>
          </a:xfrm>
          <a:prstGeom prst="ellipse">
            <a:avLst/>
          </a:prstGeom>
          <a:solidFill>
            <a:srgbClr val="FFFFFF"/>
          </a:solidFill>
          <a:ln w="12700">
            <a:solidFill>
              <a:srgbClr val="FECDCA"/>
            </a:solidFill>
            <a:prstDash val="solid"/>
          </a:ln>
        </p:spPr>
        <p:txBody>
          <a:bodyPr/>
          <a:lstStyle/>
          <a:p>
            <a:endParaRPr lang="zh-CN" altLang="en-US"/>
          </a:p>
        </p:txBody>
      </p:sp>
      <p:sp>
        <p:nvSpPr>
          <p:cNvPr id="36" name="Shape 34"/>
          <p:cNvSpPr/>
          <p:nvPr/>
        </p:nvSpPr>
        <p:spPr>
          <a:xfrm>
            <a:off x="6949440" y="4041648"/>
            <a:ext cx="182880" cy="137160"/>
          </a:xfrm>
          <a:prstGeom prst="rect">
            <a:avLst/>
          </a:prstGeom>
          <a:solidFill>
            <a:srgbClr val="F04438"/>
          </a:solidFill>
          <a:ln w="12700">
            <a:solidFill>
              <a:srgbClr val="F04438"/>
            </a:solidFill>
            <a:prstDash val="solid"/>
          </a:ln>
        </p:spPr>
        <p:txBody>
          <a:bodyPr/>
          <a:lstStyle/>
          <a:p>
            <a:endParaRPr lang="zh-CN" altLang="en-US"/>
          </a:p>
        </p:txBody>
      </p:sp>
      <p:sp>
        <p:nvSpPr>
          <p:cNvPr id="37" name="Text 35"/>
          <p:cNvSpPr/>
          <p:nvPr/>
        </p:nvSpPr>
        <p:spPr>
          <a:xfrm>
            <a:off x="6190488" y="4535424"/>
            <a:ext cx="1700784" cy="182880"/>
          </a:xfrm>
          <a:prstGeom prst="rect">
            <a:avLst/>
          </a:prstGeom>
          <a:noFill/>
          <a:ln/>
        </p:spPr>
        <p:txBody>
          <a:bodyPr wrap="square" rtlCol="0" anchor="ctr"/>
          <a:lstStyle/>
          <a:p>
            <a:pPr marL="0" indent="0">
              <a:buNone/>
            </a:pPr>
            <a:r>
              <a:rPr lang="en-US" sz="1200" b="1" dirty="0">
                <a:solidFill>
                  <a:srgbClr val="101828"/>
                </a:solidFill>
              </a:rPr>
              <a:t>6. View in AR</a:t>
            </a:r>
            <a:endParaRPr lang="en-US" sz="1200" dirty="0"/>
          </a:p>
        </p:txBody>
      </p:sp>
      <p:sp>
        <p:nvSpPr>
          <p:cNvPr id="38" name="Text 36"/>
          <p:cNvSpPr/>
          <p:nvPr/>
        </p:nvSpPr>
        <p:spPr>
          <a:xfrm>
            <a:off x="6190488" y="4754880"/>
            <a:ext cx="1700784" cy="502920"/>
          </a:xfrm>
          <a:prstGeom prst="rect">
            <a:avLst/>
          </a:prstGeom>
          <a:noFill/>
          <a:ln/>
        </p:spPr>
        <p:txBody>
          <a:bodyPr wrap="square" rtlCol="0" anchor="ctr"/>
          <a:lstStyle/>
          <a:p>
            <a:pPr marL="0" indent="0">
              <a:buNone/>
            </a:pPr>
            <a:r>
              <a:rPr lang="en-US" sz="1020" dirty="0">
                <a:solidFill>
                  <a:srgbClr val="667085"/>
                </a:solidFill>
              </a:rPr>
              <a:t>The AR application retrieves the saved data and shows the exhibit on-site.</a:t>
            </a:r>
            <a:endParaRPr lang="en-US" sz="1020" dirty="0"/>
          </a:p>
        </p:txBody>
      </p:sp>
      <p:sp>
        <p:nvSpPr>
          <p:cNvPr id="39"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411480"/>
            <a:ext cx="9875520" cy="411480"/>
          </a:xfrm>
          <a:prstGeom prst="rect">
            <a:avLst/>
          </a:prstGeom>
          <a:noFill/>
          <a:ln/>
        </p:spPr>
        <p:txBody>
          <a:bodyPr wrap="square" rtlCol="0" anchor="ctr"/>
          <a:lstStyle/>
          <a:p>
            <a:pPr marL="0" indent="0">
              <a:buNone/>
            </a:pPr>
            <a:r>
              <a:rPr lang="en-US" sz="2400" b="1" dirty="0">
                <a:solidFill>
                  <a:srgbClr val="101828"/>
                </a:solidFill>
                <a:latin typeface="Aptos Display" pitchFamily="34" charset="0"/>
                <a:ea typeface="Aptos Display" pitchFamily="34" charset="-122"/>
                <a:cs typeface="Aptos Display" pitchFamily="34" charset="-120"/>
              </a:rPr>
              <a:t>Task 2 · Low-Fidelity Structure</a:t>
            </a:r>
            <a:endParaRPr lang="en-US" sz="2400" dirty="0"/>
          </a:p>
        </p:txBody>
      </p:sp>
      <p:sp>
        <p:nvSpPr>
          <p:cNvPr id="3" name="Text 1"/>
          <p:cNvSpPr/>
          <p:nvPr/>
        </p:nvSpPr>
        <p:spPr>
          <a:xfrm>
            <a:off x="521208" y="868680"/>
            <a:ext cx="10972800" cy="256032"/>
          </a:xfrm>
          <a:prstGeom prst="rect">
            <a:avLst/>
          </a:prstGeom>
          <a:noFill/>
          <a:ln/>
        </p:spPr>
        <p:txBody>
          <a:bodyPr wrap="square" rtlCol="0" anchor="ctr"/>
          <a:lstStyle/>
          <a:p>
            <a:pPr marL="0" indent="0">
              <a:buNone/>
            </a:pPr>
            <a:r>
              <a:rPr lang="en-US" sz="1050" dirty="0">
                <a:solidFill>
                  <a:srgbClr val="475467"/>
                </a:solidFill>
                <a:latin typeface="Aptos" pitchFamily="34" charset="0"/>
                <a:ea typeface="Aptos" pitchFamily="34" charset="-122"/>
                <a:cs typeface="Aptos" pitchFamily="34" charset="-120"/>
              </a:rPr>
              <a:t>Information architecture and core screens for the web-based authoring tool.</a:t>
            </a:r>
            <a:endParaRPr lang="en-US" sz="1050" dirty="0"/>
          </a:p>
        </p:txBody>
      </p:sp>
      <p:sp>
        <p:nvSpPr>
          <p:cNvPr id="4" name="Shape 2"/>
          <p:cNvSpPr/>
          <p:nvPr/>
        </p:nvSpPr>
        <p:spPr>
          <a:xfrm>
            <a:off x="731520" y="1280160"/>
            <a:ext cx="5120640" cy="4663440"/>
          </a:xfrm>
          <a:prstGeom prst="roundRect">
            <a:avLst>
              <a:gd name="adj" fmla="val 1961"/>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5" name="Text 3"/>
          <p:cNvSpPr/>
          <p:nvPr/>
        </p:nvSpPr>
        <p:spPr>
          <a:xfrm>
            <a:off x="960120" y="1508760"/>
            <a:ext cx="1097280" cy="228600"/>
          </a:xfrm>
          <a:prstGeom prst="rect">
            <a:avLst/>
          </a:prstGeom>
          <a:noFill/>
          <a:ln/>
        </p:spPr>
        <p:txBody>
          <a:bodyPr wrap="square" rtlCol="0" anchor="ctr"/>
          <a:lstStyle/>
          <a:p>
            <a:pPr marL="0" indent="0">
              <a:buNone/>
            </a:pPr>
            <a:r>
              <a:rPr lang="en-US" sz="1200" b="1" dirty="0">
                <a:solidFill>
                  <a:srgbClr val="344054"/>
                </a:solidFill>
              </a:rPr>
              <a:t>Screen map</a:t>
            </a:r>
            <a:endParaRPr lang="en-US" sz="1200" dirty="0"/>
          </a:p>
        </p:txBody>
      </p:sp>
      <p:sp>
        <p:nvSpPr>
          <p:cNvPr id="6" name="Shape 4"/>
          <p:cNvSpPr/>
          <p:nvPr/>
        </p:nvSpPr>
        <p:spPr>
          <a:xfrm>
            <a:off x="1234440" y="1965960"/>
            <a:ext cx="1645920" cy="411480"/>
          </a:xfrm>
          <a:prstGeom prst="roundRect">
            <a:avLst>
              <a:gd name="adj" fmla="val 11111"/>
            </a:avLst>
          </a:prstGeom>
          <a:solidFill>
            <a:srgbClr val="F8FAFC"/>
          </a:solidFill>
          <a:ln w="12700">
            <a:solidFill>
              <a:srgbClr val="D0D5DD"/>
            </a:solidFill>
            <a:prstDash val="solid"/>
          </a:ln>
        </p:spPr>
        <p:txBody>
          <a:bodyPr/>
          <a:lstStyle/>
          <a:p>
            <a:endParaRPr lang="zh-CN" altLang="en-US"/>
          </a:p>
        </p:txBody>
      </p:sp>
      <p:sp>
        <p:nvSpPr>
          <p:cNvPr id="7" name="Text 5"/>
          <p:cNvSpPr/>
          <p:nvPr/>
        </p:nvSpPr>
        <p:spPr>
          <a:xfrm>
            <a:off x="1234440" y="2075688"/>
            <a:ext cx="1645920" cy="137160"/>
          </a:xfrm>
          <a:prstGeom prst="rect">
            <a:avLst/>
          </a:prstGeom>
          <a:noFill/>
          <a:ln/>
        </p:spPr>
        <p:txBody>
          <a:bodyPr wrap="square" rtlCol="0" anchor="ctr"/>
          <a:lstStyle/>
          <a:p>
            <a:pPr marL="0" indent="0" algn="ctr">
              <a:buNone/>
            </a:pPr>
            <a:r>
              <a:rPr lang="en-US" sz="1070" b="1" dirty="0">
                <a:solidFill>
                  <a:srgbClr val="344054"/>
                </a:solidFill>
              </a:rPr>
              <a:t>Dashboard / Home</a:t>
            </a:r>
            <a:endParaRPr lang="en-US" sz="1070" dirty="0"/>
          </a:p>
        </p:txBody>
      </p:sp>
      <p:sp>
        <p:nvSpPr>
          <p:cNvPr id="8" name="Shape 6"/>
          <p:cNvSpPr/>
          <p:nvPr/>
        </p:nvSpPr>
        <p:spPr>
          <a:xfrm>
            <a:off x="3429000" y="1965960"/>
            <a:ext cx="1645920" cy="411480"/>
          </a:xfrm>
          <a:prstGeom prst="roundRect">
            <a:avLst>
              <a:gd name="adj" fmla="val 11111"/>
            </a:avLst>
          </a:prstGeom>
          <a:solidFill>
            <a:srgbClr val="F8FAFC"/>
          </a:solidFill>
          <a:ln w="12700">
            <a:solidFill>
              <a:srgbClr val="D0D5DD"/>
            </a:solidFill>
            <a:prstDash val="solid"/>
          </a:ln>
        </p:spPr>
        <p:txBody>
          <a:bodyPr/>
          <a:lstStyle/>
          <a:p>
            <a:endParaRPr lang="zh-CN" altLang="en-US"/>
          </a:p>
        </p:txBody>
      </p:sp>
      <p:sp>
        <p:nvSpPr>
          <p:cNvPr id="9" name="Text 7"/>
          <p:cNvSpPr/>
          <p:nvPr/>
        </p:nvSpPr>
        <p:spPr>
          <a:xfrm>
            <a:off x="3429000" y="2075688"/>
            <a:ext cx="1645920" cy="137160"/>
          </a:xfrm>
          <a:prstGeom prst="rect">
            <a:avLst/>
          </a:prstGeom>
          <a:noFill/>
          <a:ln/>
        </p:spPr>
        <p:txBody>
          <a:bodyPr wrap="square" rtlCol="0" anchor="ctr"/>
          <a:lstStyle/>
          <a:p>
            <a:pPr marL="0" indent="0" algn="ctr">
              <a:buNone/>
            </a:pPr>
            <a:r>
              <a:rPr lang="en-US" sz="1070" b="1" dirty="0">
                <a:solidFill>
                  <a:srgbClr val="344054"/>
                </a:solidFill>
              </a:rPr>
              <a:t>Main Editor</a:t>
            </a:r>
            <a:endParaRPr lang="en-US" sz="1070" dirty="0"/>
          </a:p>
        </p:txBody>
      </p:sp>
      <p:sp>
        <p:nvSpPr>
          <p:cNvPr id="10" name="Shape 8"/>
          <p:cNvSpPr/>
          <p:nvPr/>
        </p:nvSpPr>
        <p:spPr>
          <a:xfrm>
            <a:off x="1234440" y="2971800"/>
            <a:ext cx="1645920" cy="411480"/>
          </a:xfrm>
          <a:prstGeom prst="roundRect">
            <a:avLst>
              <a:gd name="adj" fmla="val 11111"/>
            </a:avLst>
          </a:prstGeom>
          <a:solidFill>
            <a:srgbClr val="F8FAFC"/>
          </a:solidFill>
          <a:ln w="12700">
            <a:solidFill>
              <a:srgbClr val="D0D5DD"/>
            </a:solidFill>
            <a:prstDash val="solid"/>
          </a:ln>
        </p:spPr>
        <p:txBody>
          <a:bodyPr/>
          <a:lstStyle/>
          <a:p>
            <a:endParaRPr lang="zh-CN" altLang="en-US"/>
          </a:p>
        </p:txBody>
      </p:sp>
      <p:sp>
        <p:nvSpPr>
          <p:cNvPr id="11" name="Text 9"/>
          <p:cNvSpPr/>
          <p:nvPr/>
        </p:nvSpPr>
        <p:spPr>
          <a:xfrm>
            <a:off x="1234440" y="3081528"/>
            <a:ext cx="1645920" cy="137160"/>
          </a:xfrm>
          <a:prstGeom prst="rect">
            <a:avLst/>
          </a:prstGeom>
          <a:noFill/>
          <a:ln/>
        </p:spPr>
        <p:txBody>
          <a:bodyPr wrap="square" rtlCol="0" anchor="ctr"/>
          <a:lstStyle/>
          <a:p>
            <a:pPr marL="0" indent="0" algn="ctr">
              <a:buNone/>
            </a:pPr>
            <a:r>
              <a:rPr lang="en-US" sz="1070" b="1" dirty="0">
                <a:solidFill>
                  <a:srgbClr val="344054"/>
                </a:solidFill>
              </a:rPr>
              <a:t>Content Library</a:t>
            </a:r>
            <a:endParaRPr lang="en-US" sz="1070" dirty="0"/>
          </a:p>
        </p:txBody>
      </p:sp>
      <p:sp>
        <p:nvSpPr>
          <p:cNvPr id="12" name="Shape 10"/>
          <p:cNvSpPr/>
          <p:nvPr/>
        </p:nvSpPr>
        <p:spPr>
          <a:xfrm>
            <a:off x="3429000" y="2971800"/>
            <a:ext cx="1645920" cy="411480"/>
          </a:xfrm>
          <a:prstGeom prst="roundRect">
            <a:avLst>
              <a:gd name="adj" fmla="val 11111"/>
            </a:avLst>
          </a:prstGeom>
          <a:solidFill>
            <a:srgbClr val="F8FAFC"/>
          </a:solidFill>
          <a:ln w="12700">
            <a:solidFill>
              <a:srgbClr val="D0D5DD"/>
            </a:solidFill>
            <a:prstDash val="solid"/>
          </a:ln>
        </p:spPr>
        <p:txBody>
          <a:bodyPr/>
          <a:lstStyle/>
          <a:p>
            <a:endParaRPr lang="zh-CN" altLang="en-US"/>
          </a:p>
        </p:txBody>
      </p:sp>
      <p:sp>
        <p:nvSpPr>
          <p:cNvPr id="13" name="Text 11"/>
          <p:cNvSpPr/>
          <p:nvPr/>
        </p:nvSpPr>
        <p:spPr>
          <a:xfrm>
            <a:off x="3429000" y="3081528"/>
            <a:ext cx="1645920" cy="137160"/>
          </a:xfrm>
          <a:prstGeom prst="rect">
            <a:avLst/>
          </a:prstGeom>
          <a:noFill/>
          <a:ln/>
        </p:spPr>
        <p:txBody>
          <a:bodyPr wrap="square" rtlCol="0" anchor="ctr"/>
          <a:lstStyle/>
          <a:p>
            <a:pPr marL="0" indent="0" algn="ctr">
              <a:buNone/>
            </a:pPr>
            <a:r>
              <a:rPr lang="en-US" sz="1070" b="1" dirty="0">
                <a:solidFill>
                  <a:srgbClr val="344054"/>
                </a:solidFill>
              </a:rPr>
              <a:t>Content Properties</a:t>
            </a:r>
            <a:endParaRPr lang="en-US" sz="1070" dirty="0"/>
          </a:p>
        </p:txBody>
      </p:sp>
      <p:sp>
        <p:nvSpPr>
          <p:cNvPr id="14" name="Shape 12"/>
          <p:cNvSpPr/>
          <p:nvPr/>
        </p:nvSpPr>
        <p:spPr>
          <a:xfrm>
            <a:off x="1234440" y="3977640"/>
            <a:ext cx="1645920" cy="411480"/>
          </a:xfrm>
          <a:prstGeom prst="roundRect">
            <a:avLst>
              <a:gd name="adj" fmla="val 11111"/>
            </a:avLst>
          </a:prstGeom>
          <a:solidFill>
            <a:srgbClr val="F8FAFC"/>
          </a:solidFill>
          <a:ln w="12700">
            <a:solidFill>
              <a:srgbClr val="D0D5DD"/>
            </a:solidFill>
            <a:prstDash val="solid"/>
          </a:ln>
        </p:spPr>
        <p:txBody>
          <a:bodyPr/>
          <a:lstStyle/>
          <a:p>
            <a:endParaRPr lang="zh-CN" altLang="en-US"/>
          </a:p>
        </p:txBody>
      </p:sp>
      <p:sp>
        <p:nvSpPr>
          <p:cNvPr id="15" name="Text 13"/>
          <p:cNvSpPr/>
          <p:nvPr/>
        </p:nvSpPr>
        <p:spPr>
          <a:xfrm>
            <a:off x="1234440" y="4087368"/>
            <a:ext cx="1645920" cy="137160"/>
          </a:xfrm>
          <a:prstGeom prst="rect">
            <a:avLst/>
          </a:prstGeom>
          <a:noFill/>
          <a:ln/>
        </p:spPr>
        <p:txBody>
          <a:bodyPr wrap="square" rtlCol="0" anchor="ctr"/>
          <a:lstStyle/>
          <a:p>
            <a:pPr marL="0" indent="0" algn="ctr">
              <a:buNone/>
            </a:pPr>
            <a:r>
              <a:rPr lang="en-US" sz="1070" b="1" dirty="0">
                <a:solidFill>
                  <a:srgbClr val="344054"/>
                </a:solidFill>
              </a:rPr>
              <a:t>Add Content Dialog</a:t>
            </a:r>
            <a:endParaRPr lang="en-US" sz="1070" dirty="0"/>
          </a:p>
        </p:txBody>
      </p:sp>
      <p:sp>
        <p:nvSpPr>
          <p:cNvPr id="16" name="Shape 14"/>
          <p:cNvSpPr/>
          <p:nvPr/>
        </p:nvSpPr>
        <p:spPr>
          <a:xfrm>
            <a:off x="3429000" y="3977640"/>
            <a:ext cx="1645920" cy="411480"/>
          </a:xfrm>
          <a:prstGeom prst="roundRect">
            <a:avLst>
              <a:gd name="adj" fmla="val 11111"/>
            </a:avLst>
          </a:prstGeom>
          <a:solidFill>
            <a:srgbClr val="F8FAFC"/>
          </a:solidFill>
          <a:ln w="12700">
            <a:solidFill>
              <a:srgbClr val="D0D5DD"/>
            </a:solidFill>
            <a:prstDash val="solid"/>
          </a:ln>
        </p:spPr>
        <p:txBody>
          <a:bodyPr/>
          <a:lstStyle/>
          <a:p>
            <a:endParaRPr lang="zh-CN" altLang="en-US"/>
          </a:p>
        </p:txBody>
      </p:sp>
      <p:sp>
        <p:nvSpPr>
          <p:cNvPr id="17" name="Text 15"/>
          <p:cNvSpPr/>
          <p:nvPr/>
        </p:nvSpPr>
        <p:spPr>
          <a:xfrm>
            <a:off x="3429000" y="4087368"/>
            <a:ext cx="1645920" cy="137160"/>
          </a:xfrm>
          <a:prstGeom prst="rect">
            <a:avLst/>
          </a:prstGeom>
          <a:noFill/>
          <a:ln/>
        </p:spPr>
        <p:txBody>
          <a:bodyPr wrap="square" rtlCol="0" anchor="ctr"/>
          <a:lstStyle/>
          <a:p>
            <a:pPr marL="0" indent="0" algn="ctr">
              <a:buNone/>
            </a:pPr>
            <a:r>
              <a:rPr lang="en-US" sz="1070" b="1" dirty="0">
                <a:solidFill>
                  <a:srgbClr val="344054"/>
                </a:solidFill>
              </a:rPr>
              <a:t>Save Confirmation</a:t>
            </a:r>
            <a:endParaRPr lang="en-US" sz="1070" dirty="0"/>
          </a:p>
        </p:txBody>
      </p:sp>
      <p:sp>
        <p:nvSpPr>
          <p:cNvPr id="18" name="Shape 16"/>
          <p:cNvSpPr/>
          <p:nvPr/>
        </p:nvSpPr>
        <p:spPr>
          <a:xfrm>
            <a:off x="2880360" y="2176272"/>
            <a:ext cx="548640" cy="0"/>
          </a:xfrm>
          <a:prstGeom prst="line">
            <a:avLst/>
          </a:prstGeom>
          <a:noFill/>
          <a:ln w="12700">
            <a:solidFill>
              <a:srgbClr val="98A2B3"/>
            </a:solidFill>
            <a:prstDash val="solid"/>
            <a:headEnd type="none"/>
            <a:tailEnd type="triangle"/>
          </a:ln>
        </p:spPr>
        <p:txBody>
          <a:bodyPr/>
          <a:lstStyle/>
          <a:p>
            <a:endParaRPr lang="zh-CN" altLang="en-US"/>
          </a:p>
        </p:txBody>
      </p:sp>
      <p:sp>
        <p:nvSpPr>
          <p:cNvPr id="19" name="Shape 17"/>
          <p:cNvSpPr/>
          <p:nvPr/>
        </p:nvSpPr>
        <p:spPr>
          <a:xfrm>
            <a:off x="2057400" y="2377440"/>
            <a:ext cx="0" cy="594360"/>
          </a:xfrm>
          <a:prstGeom prst="line">
            <a:avLst/>
          </a:prstGeom>
          <a:noFill/>
          <a:ln w="12700">
            <a:solidFill>
              <a:srgbClr val="98A2B3"/>
            </a:solidFill>
            <a:prstDash val="solid"/>
          </a:ln>
        </p:spPr>
        <p:txBody>
          <a:bodyPr/>
          <a:lstStyle/>
          <a:p>
            <a:endParaRPr lang="zh-CN" altLang="en-US"/>
          </a:p>
        </p:txBody>
      </p:sp>
      <p:sp>
        <p:nvSpPr>
          <p:cNvPr id="20" name="Shape 18"/>
          <p:cNvSpPr/>
          <p:nvPr/>
        </p:nvSpPr>
        <p:spPr>
          <a:xfrm>
            <a:off x="2057400" y="3383280"/>
            <a:ext cx="0" cy="594360"/>
          </a:xfrm>
          <a:prstGeom prst="line">
            <a:avLst/>
          </a:prstGeom>
          <a:noFill/>
          <a:ln w="12700">
            <a:solidFill>
              <a:srgbClr val="98A2B3"/>
            </a:solidFill>
            <a:prstDash val="solid"/>
          </a:ln>
        </p:spPr>
        <p:txBody>
          <a:bodyPr/>
          <a:lstStyle/>
          <a:p>
            <a:endParaRPr lang="zh-CN" altLang="en-US"/>
          </a:p>
        </p:txBody>
      </p:sp>
      <p:sp>
        <p:nvSpPr>
          <p:cNvPr id="21" name="Shape 19"/>
          <p:cNvSpPr/>
          <p:nvPr/>
        </p:nvSpPr>
        <p:spPr>
          <a:xfrm>
            <a:off x="4251960" y="2377440"/>
            <a:ext cx="0" cy="594360"/>
          </a:xfrm>
          <a:prstGeom prst="line">
            <a:avLst/>
          </a:prstGeom>
          <a:noFill/>
          <a:ln w="12700">
            <a:solidFill>
              <a:srgbClr val="98A2B3"/>
            </a:solidFill>
            <a:prstDash val="solid"/>
          </a:ln>
        </p:spPr>
        <p:txBody>
          <a:bodyPr/>
          <a:lstStyle/>
          <a:p>
            <a:endParaRPr lang="zh-CN" altLang="en-US"/>
          </a:p>
        </p:txBody>
      </p:sp>
      <p:sp>
        <p:nvSpPr>
          <p:cNvPr id="22" name="Shape 20"/>
          <p:cNvSpPr/>
          <p:nvPr/>
        </p:nvSpPr>
        <p:spPr>
          <a:xfrm>
            <a:off x="4251960" y="3383280"/>
            <a:ext cx="0" cy="594360"/>
          </a:xfrm>
          <a:prstGeom prst="line">
            <a:avLst/>
          </a:prstGeom>
          <a:noFill/>
          <a:ln w="12700">
            <a:solidFill>
              <a:srgbClr val="98A2B3"/>
            </a:solidFill>
            <a:prstDash val="solid"/>
          </a:ln>
        </p:spPr>
        <p:txBody>
          <a:bodyPr/>
          <a:lstStyle/>
          <a:p>
            <a:endParaRPr lang="zh-CN" altLang="en-US"/>
          </a:p>
        </p:txBody>
      </p:sp>
      <p:sp>
        <p:nvSpPr>
          <p:cNvPr id="23" name="Shape 21"/>
          <p:cNvSpPr/>
          <p:nvPr/>
        </p:nvSpPr>
        <p:spPr>
          <a:xfrm>
            <a:off x="6172200" y="1280160"/>
            <a:ext cx="5303520" cy="4663440"/>
          </a:xfrm>
          <a:prstGeom prst="roundRect">
            <a:avLst>
              <a:gd name="adj" fmla="val 1961"/>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24" name="Text 22"/>
          <p:cNvSpPr/>
          <p:nvPr/>
        </p:nvSpPr>
        <p:spPr>
          <a:xfrm>
            <a:off x="6446520" y="1508760"/>
            <a:ext cx="1645920" cy="228600"/>
          </a:xfrm>
          <a:prstGeom prst="rect">
            <a:avLst/>
          </a:prstGeom>
          <a:noFill/>
          <a:ln/>
        </p:spPr>
        <p:txBody>
          <a:bodyPr wrap="square" rtlCol="0" anchor="ctr"/>
          <a:lstStyle/>
          <a:p>
            <a:pPr marL="0" indent="0">
              <a:buNone/>
            </a:pPr>
            <a:r>
              <a:rPr lang="en-US" sz="1200" b="1" dirty="0">
                <a:solidFill>
                  <a:srgbClr val="344054"/>
                </a:solidFill>
              </a:rPr>
              <a:t>Low-fidelity focus</a:t>
            </a:r>
            <a:endParaRPr lang="en-US" sz="1200" dirty="0"/>
          </a:p>
        </p:txBody>
      </p:sp>
      <p:sp>
        <p:nvSpPr>
          <p:cNvPr id="25" name="Shape 23"/>
          <p:cNvSpPr/>
          <p:nvPr/>
        </p:nvSpPr>
        <p:spPr>
          <a:xfrm>
            <a:off x="6446520" y="1920240"/>
            <a:ext cx="384048" cy="292608"/>
          </a:xfrm>
          <a:prstGeom prst="roundRect">
            <a:avLst>
              <a:gd name="adj" fmla="val 21875"/>
            </a:avLst>
          </a:prstGeom>
          <a:solidFill>
            <a:srgbClr val="1F3C88"/>
          </a:solidFill>
          <a:ln w="12700">
            <a:solidFill>
              <a:srgbClr val="1F3C88"/>
            </a:solidFill>
            <a:prstDash val="solid"/>
          </a:ln>
        </p:spPr>
        <p:txBody>
          <a:bodyPr/>
          <a:lstStyle/>
          <a:p>
            <a:endParaRPr lang="zh-CN" altLang="en-US"/>
          </a:p>
        </p:txBody>
      </p:sp>
      <p:sp>
        <p:nvSpPr>
          <p:cNvPr id="26" name="Text 24"/>
          <p:cNvSpPr/>
          <p:nvPr/>
        </p:nvSpPr>
        <p:spPr>
          <a:xfrm>
            <a:off x="6446520" y="1993392"/>
            <a:ext cx="384048" cy="109728"/>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sp>
        <p:nvSpPr>
          <p:cNvPr id="27" name="Text 25"/>
          <p:cNvSpPr/>
          <p:nvPr/>
        </p:nvSpPr>
        <p:spPr>
          <a:xfrm>
            <a:off x="6967728" y="1911096"/>
            <a:ext cx="2103120" cy="164592"/>
          </a:xfrm>
          <a:prstGeom prst="rect">
            <a:avLst/>
          </a:prstGeom>
          <a:noFill/>
          <a:ln/>
        </p:spPr>
        <p:txBody>
          <a:bodyPr wrap="square" rtlCol="0" anchor="ctr"/>
          <a:lstStyle/>
          <a:p>
            <a:pPr marL="0" indent="0">
              <a:buNone/>
            </a:pPr>
            <a:r>
              <a:rPr lang="en-US" sz="1150" b="1" dirty="0">
                <a:solidFill>
                  <a:srgbClr val="101828"/>
                </a:solidFill>
              </a:rPr>
              <a:t>Create / edit / delete</a:t>
            </a:r>
            <a:endParaRPr lang="en-US" sz="1150" dirty="0"/>
          </a:p>
        </p:txBody>
      </p:sp>
      <p:sp>
        <p:nvSpPr>
          <p:cNvPr id="28" name="Text 26"/>
          <p:cNvSpPr/>
          <p:nvPr/>
        </p:nvSpPr>
        <p:spPr>
          <a:xfrm>
            <a:off x="6967728" y="2121408"/>
            <a:ext cx="4023360" cy="320040"/>
          </a:xfrm>
          <a:prstGeom prst="rect">
            <a:avLst/>
          </a:prstGeom>
          <a:noFill/>
          <a:ln/>
        </p:spPr>
        <p:txBody>
          <a:bodyPr wrap="square" rtlCol="0" anchor="ctr"/>
          <a:lstStyle/>
          <a:p>
            <a:pPr marL="0" indent="0">
              <a:buNone/>
            </a:pPr>
            <a:r>
              <a:rPr lang="en-US" sz="1050" dirty="0">
                <a:solidFill>
                  <a:srgbClr val="667085"/>
                </a:solidFill>
              </a:rPr>
              <a:t>Manage content items without technical complexity.</a:t>
            </a:r>
            <a:endParaRPr lang="en-US" sz="1050" dirty="0"/>
          </a:p>
        </p:txBody>
      </p:sp>
      <p:sp>
        <p:nvSpPr>
          <p:cNvPr id="29" name="Shape 27"/>
          <p:cNvSpPr/>
          <p:nvPr/>
        </p:nvSpPr>
        <p:spPr>
          <a:xfrm>
            <a:off x="6446520" y="2788920"/>
            <a:ext cx="384048" cy="292608"/>
          </a:xfrm>
          <a:prstGeom prst="roundRect">
            <a:avLst>
              <a:gd name="adj" fmla="val 21875"/>
            </a:avLst>
          </a:prstGeom>
          <a:solidFill>
            <a:srgbClr val="1F3C88"/>
          </a:solidFill>
          <a:ln w="12700">
            <a:solidFill>
              <a:srgbClr val="1F3C88"/>
            </a:solidFill>
            <a:prstDash val="solid"/>
          </a:ln>
        </p:spPr>
        <p:txBody>
          <a:bodyPr/>
          <a:lstStyle/>
          <a:p>
            <a:endParaRPr lang="zh-CN" altLang="en-US"/>
          </a:p>
        </p:txBody>
      </p:sp>
      <p:sp>
        <p:nvSpPr>
          <p:cNvPr id="30" name="Text 28"/>
          <p:cNvSpPr/>
          <p:nvPr/>
        </p:nvSpPr>
        <p:spPr>
          <a:xfrm>
            <a:off x="6446520" y="2862072"/>
            <a:ext cx="384048" cy="109728"/>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sp>
        <p:nvSpPr>
          <p:cNvPr id="31" name="Text 29"/>
          <p:cNvSpPr/>
          <p:nvPr/>
        </p:nvSpPr>
        <p:spPr>
          <a:xfrm>
            <a:off x="6967728" y="2779776"/>
            <a:ext cx="2103120" cy="164592"/>
          </a:xfrm>
          <a:prstGeom prst="rect">
            <a:avLst/>
          </a:prstGeom>
          <a:noFill/>
          <a:ln/>
        </p:spPr>
        <p:txBody>
          <a:bodyPr wrap="square" rtlCol="0" anchor="ctr"/>
          <a:lstStyle/>
          <a:p>
            <a:pPr marL="0" indent="0">
              <a:buNone/>
            </a:pPr>
            <a:r>
              <a:rPr lang="en-US" sz="1150" b="1" dirty="0">
                <a:solidFill>
                  <a:srgbClr val="101828"/>
                </a:solidFill>
              </a:rPr>
              <a:t>Assign to a location</a:t>
            </a:r>
            <a:endParaRPr lang="en-US" sz="1150" dirty="0"/>
          </a:p>
        </p:txBody>
      </p:sp>
      <p:sp>
        <p:nvSpPr>
          <p:cNvPr id="32" name="Text 30"/>
          <p:cNvSpPr/>
          <p:nvPr/>
        </p:nvSpPr>
        <p:spPr>
          <a:xfrm>
            <a:off x="6967728" y="2990088"/>
            <a:ext cx="4023360" cy="320040"/>
          </a:xfrm>
          <a:prstGeom prst="rect">
            <a:avLst/>
          </a:prstGeom>
          <a:noFill/>
          <a:ln/>
        </p:spPr>
        <p:txBody>
          <a:bodyPr wrap="square" rtlCol="0" anchor="ctr"/>
          <a:lstStyle/>
          <a:p>
            <a:pPr marL="0" indent="0">
              <a:buNone/>
            </a:pPr>
            <a:r>
              <a:rPr lang="en-US" sz="1050" dirty="0">
                <a:solidFill>
                  <a:srgbClr val="667085"/>
                </a:solidFill>
              </a:rPr>
              <a:t>Use simplified positioning rather than full 3D precision in Sprint 1.</a:t>
            </a:r>
            <a:endParaRPr lang="en-US" sz="1050" dirty="0"/>
          </a:p>
        </p:txBody>
      </p:sp>
      <p:sp>
        <p:nvSpPr>
          <p:cNvPr id="33" name="Shape 31"/>
          <p:cNvSpPr/>
          <p:nvPr/>
        </p:nvSpPr>
        <p:spPr>
          <a:xfrm>
            <a:off x="6446520" y="3657600"/>
            <a:ext cx="384048" cy="292608"/>
          </a:xfrm>
          <a:prstGeom prst="roundRect">
            <a:avLst>
              <a:gd name="adj" fmla="val 21875"/>
            </a:avLst>
          </a:prstGeom>
          <a:solidFill>
            <a:srgbClr val="1F3C88"/>
          </a:solidFill>
          <a:ln w="12700">
            <a:solidFill>
              <a:srgbClr val="1F3C88"/>
            </a:solidFill>
            <a:prstDash val="solid"/>
          </a:ln>
        </p:spPr>
        <p:txBody>
          <a:bodyPr/>
          <a:lstStyle/>
          <a:p>
            <a:endParaRPr lang="zh-CN" altLang="en-US"/>
          </a:p>
        </p:txBody>
      </p:sp>
      <p:sp>
        <p:nvSpPr>
          <p:cNvPr id="34" name="Text 32"/>
          <p:cNvSpPr/>
          <p:nvPr/>
        </p:nvSpPr>
        <p:spPr>
          <a:xfrm>
            <a:off x="6446520" y="3730752"/>
            <a:ext cx="384048" cy="109728"/>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sp>
        <p:nvSpPr>
          <p:cNvPr id="35" name="Text 33"/>
          <p:cNvSpPr/>
          <p:nvPr/>
        </p:nvSpPr>
        <p:spPr>
          <a:xfrm>
            <a:off x="6967728" y="3648456"/>
            <a:ext cx="2103120" cy="164592"/>
          </a:xfrm>
          <a:prstGeom prst="rect">
            <a:avLst/>
          </a:prstGeom>
          <a:noFill/>
          <a:ln/>
        </p:spPr>
        <p:txBody>
          <a:bodyPr wrap="square" rtlCol="0" anchor="ctr"/>
          <a:lstStyle/>
          <a:p>
            <a:pPr marL="0" indent="0">
              <a:buNone/>
            </a:pPr>
            <a:r>
              <a:rPr lang="en-US" sz="1150" b="1" dirty="0">
                <a:solidFill>
                  <a:srgbClr val="101828"/>
                </a:solidFill>
              </a:rPr>
              <a:t>Preview before saving</a:t>
            </a:r>
            <a:endParaRPr lang="en-US" sz="1150" dirty="0"/>
          </a:p>
        </p:txBody>
      </p:sp>
      <p:sp>
        <p:nvSpPr>
          <p:cNvPr id="36" name="Text 34"/>
          <p:cNvSpPr/>
          <p:nvPr/>
        </p:nvSpPr>
        <p:spPr>
          <a:xfrm>
            <a:off x="6967728" y="3858768"/>
            <a:ext cx="4023360" cy="320040"/>
          </a:xfrm>
          <a:prstGeom prst="rect">
            <a:avLst/>
          </a:prstGeom>
          <a:noFill/>
          <a:ln/>
        </p:spPr>
        <p:txBody>
          <a:bodyPr wrap="square" rtlCol="0" anchor="ctr"/>
          <a:lstStyle/>
          <a:p>
            <a:pPr marL="0" indent="0">
              <a:buNone/>
            </a:pPr>
            <a:r>
              <a:rPr lang="en-US" sz="1050" dirty="0">
                <a:solidFill>
                  <a:srgbClr val="667085"/>
                </a:solidFill>
              </a:rPr>
              <a:t>Let users understand where content will appear before publishing.</a:t>
            </a:r>
            <a:endParaRPr lang="en-US" sz="1050" dirty="0"/>
          </a:p>
        </p:txBody>
      </p:sp>
      <p:sp>
        <p:nvSpPr>
          <p:cNvPr id="37" name="Shape 35"/>
          <p:cNvSpPr/>
          <p:nvPr/>
        </p:nvSpPr>
        <p:spPr>
          <a:xfrm>
            <a:off x="6446520" y="4526280"/>
            <a:ext cx="384048" cy="292608"/>
          </a:xfrm>
          <a:prstGeom prst="roundRect">
            <a:avLst>
              <a:gd name="adj" fmla="val 21875"/>
            </a:avLst>
          </a:prstGeom>
          <a:solidFill>
            <a:srgbClr val="1F3C88"/>
          </a:solidFill>
          <a:ln w="12700">
            <a:solidFill>
              <a:srgbClr val="1F3C88"/>
            </a:solidFill>
            <a:prstDash val="solid"/>
          </a:ln>
        </p:spPr>
        <p:txBody>
          <a:bodyPr/>
          <a:lstStyle/>
          <a:p>
            <a:endParaRPr lang="zh-CN" altLang="en-US"/>
          </a:p>
        </p:txBody>
      </p:sp>
      <p:sp>
        <p:nvSpPr>
          <p:cNvPr id="38" name="Text 36"/>
          <p:cNvSpPr/>
          <p:nvPr/>
        </p:nvSpPr>
        <p:spPr>
          <a:xfrm>
            <a:off x="6446520" y="4599432"/>
            <a:ext cx="384048" cy="109728"/>
          </a:xfrm>
          <a:prstGeom prst="rect">
            <a:avLst/>
          </a:prstGeom>
          <a:noFill/>
          <a:ln/>
        </p:spPr>
        <p:txBody>
          <a:bodyPr wrap="square" rtlCol="0" anchor="ctr"/>
          <a:lstStyle/>
          <a:p>
            <a:pPr marL="0" indent="0" algn="ctr">
              <a:buNone/>
            </a:pPr>
            <a:r>
              <a:rPr lang="en-US" sz="1000" b="1" dirty="0">
                <a:solidFill>
                  <a:srgbClr val="FFFFFF"/>
                </a:solidFill>
              </a:rPr>
              <a:t>4</a:t>
            </a:r>
            <a:endParaRPr lang="en-US" sz="1000" dirty="0"/>
          </a:p>
        </p:txBody>
      </p:sp>
      <p:sp>
        <p:nvSpPr>
          <p:cNvPr id="39" name="Text 37"/>
          <p:cNvSpPr/>
          <p:nvPr/>
        </p:nvSpPr>
        <p:spPr>
          <a:xfrm>
            <a:off x="6967728" y="4517136"/>
            <a:ext cx="2103120" cy="164592"/>
          </a:xfrm>
          <a:prstGeom prst="rect">
            <a:avLst/>
          </a:prstGeom>
          <a:noFill/>
          <a:ln/>
        </p:spPr>
        <p:txBody>
          <a:bodyPr wrap="square" rtlCol="0" anchor="ctr"/>
          <a:lstStyle/>
          <a:p>
            <a:pPr marL="0" indent="0">
              <a:buNone/>
            </a:pPr>
            <a:r>
              <a:rPr lang="en-US" sz="1150" b="1" dirty="0">
                <a:solidFill>
                  <a:srgbClr val="101828"/>
                </a:solidFill>
              </a:rPr>
              <a:t>Minimal learning curve</a:t>
            </a:r>
            <a:endParaRPr lang="en-US" sz="1150" dirty="0"/>
          </a:p>
        </p:txBody>
      </p:sp>
      <p:sp>
        <p:nvSpPr>
          <p:cNvPr id="40" name="Text 38"/>
          <p:cNvSpPr/>
          <p:nvPr/>
        </p:nvSpPr>
        <p:spPr>
          <a:xfrm>
            <a:off x="6967728" y="4727448"/>
            <a:ext cx="4023360" cy="320040"/>
          </a:xfrm>
          <a:prstGeom prst="rect">
            <a:avLst/>
          </a:prstGeom>
          <a:noFill/>
          <a:ln/>
        </p:spPr>
        <p:txBody>
          <a:bodyPr wrap="square" rtlCol="0" anchor="ctr"/>
          <a:lstStyle/>
          <a:p>
            <a:pPr marL="0" indent="0">
              <a:buNone/>
            </a:pPr>
            <a:r>
              <a:rPr lang="en-US" sz="1050" dirty="0">
                <a:solidFill>
                  <a:srgbClr val="667085"/>
                </a:solidFill>
              </a:rPr>
              <a:t>Keep the structure clean for non-expert researchers.</a:t>
            </a:r>
            <a:endParaRPr lang="en-US" sz="1050" dirty="0"/>
          </a:p>
        </p:txBody>
      </p:sp>
      <p:sp>
        <p:nvSpPr>
          <p:cNvPr id="41"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411480"/>
            <a:ext cx="9875520" cy="411480"/>
          </a:xfrm>
          <a:prstGeom prst="rect">
            <a:avLst/>
          </a:prstGeom>
          <a:noFill/>
          <a:ln/>
        </p:spPr>
        <p:txBody>
          <a:bodyPr wrap="square" rtlCol="0" anchor="ctr"/>
          <a:lstStyle/>
          <a:p>
            <a:pPr marL="0" indent="0">
              <a:buNone/>
            </a:pPr>
            <a:r>
              <a:rPr lang="en-US" sz="2400" b="1" dirty="0">
                <a:solidFill>
                  <a:srgbClr val="101828"/>
                </a:solidFill>
                <a:latin typeface="Aptos Display" pitchFamily="34" charset="0"/>
                <a:ea typeface="Aptos Display" pitchFamily="34" charset="-122"/>
                <a:cs typeface="Aptos Display" pitchFamily="34" charset="-120"/>
              </a:rPr>
              <a:t>Task 2 · Low-Fidelity Main Editor</a:t>
            </a:r>
            <a:endParaRPr lang="en-US" sz="2400" dirty="0"/>
          </a:p>
        </p:txBody>
      </p:sp>
      <p:sp>
        <p:nvSpPr>
          <p:cNvPr id="3" name="Text 1"/>
          <p:cNvSpPr/>
          <p:nvPr/>
        </p:nvSpPr>
        <p:spPr>
          <a:xfrm>
            <a:off x="521208" y="868680"/>
            <a:ext cx="10972800" cy="256032"/>
          </a:xfrm>
          <a:prstGeom prst="rect">
            <a:avLst/>
          </a:prstGeom>
          <a:noFill/>
          <a:ln/>
        </p:spPr>
        <p:txBody>
          <a:bodyPr wrap="square" rtlCol="0" anchor="ctr"/>
          <a:lstStyle/>
          <a:p>
            <a:pPr marL="0" indent="0">
              <a:buNone/>
            </a:pPr>
            <a:r>
              <a:rPr lang="en-US" sz="1050" dirty="0">
                <a:solidFill>
                  <a:srgbClr val="475467"/>
                </a:solidFill>
                <a:latin typeface="Aptos" pitchFamily="34" charset="0"/>
                <a:ea typeface="Aptos" pitchFamily="34" charset="-122"/>
                <a:cs typeface="Aptos" pitchFamily="34" charset="-120"/>
              </a:rPr>
              <a:t>Wireframe of the primary editing screen.</a:t>
            </a:r>
            <a:endParaRPr lang="en-US" sz="1050" dirty="0"/>
          </a:p>
        </p:txBody>
      </p:sp>
      <p:sp>
        <p:nvSpPr>
          <p:cNvPr id="4" name="Shape 2"/>
          <p:cNvSpPr/>
          <p:nvPr/>
        </p:nvSpPr>
        <p:spPr>
          <a:xfrm>
            <a:off x="685800" y="1371600"/>
            <a:ext cx="10881360" cy="4754880"/>
          </a:xfrm>
          <a:prstGeom prst="roundRect">
            <a:avLst>
              <a:gd name="adj" fmla="val 1923"/>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5" name="Shape 3"/>
          <p:cNvSpPr/>
          <p:nvPr/>
        </p:nvSpPr>
        <p:spPr>
          <a:xfrm>
            <a:off x="914400" y="1664208"/>
            <a:ext cx="10378440" cy="438912"/>
          </a:xfrm>
          <a:prstGeom prst="roundRect">
            <a:avLst>
              <a:gd name="adj" fmla="val 10417"/>
            </a:avLst>
          </a:prstGeom>
          <a:solidFill>
            <a:srgbClr val="F8FAFC"/>
          </a:solidFill>
          <a:ln w="12700">
            <a:solidFill>
              <a:srgbClr val="D0D5DD"/>
            </a:solidFill>
            <a:prstDash val="solid"/>
          </a:ln>
        </p:spPr>
        <p:txBody>
          <a:bodyPr/>
          <a:lstStyle/>
          <a:p>
            <a:endParaRPr lang="zh-CN" altLang="en-US"/>
          </a:p>
        </p:txBody>
      </p:sp>
      <p:sp>
        <p:nvSpPr>
          <p:cNvPr id="6" name="Text 4"/>
          <p:cNvSpPr/>
          <p:nvPr/>
        </p:nvSpPr>
        <p:spPr>
          <a:xfrm>
            <a:off x="1097280" y="1801368"/>
            <a:ext cx="640080" cy="109728"/>
          </a:xfrm>
          <a:prstGeom prst="rect">
            <a:avLst/>
          </a:prstGeom>
          <a:noFill/>
          <a:ln/>
        </p:spPr>
        <p:txBody>
          <a:bodyPr wrap="square" rtlCol="0" anchor="ctr"/>
          <a:lstStyle/>
          <a:p>
            <a:pPr marL="0" indent="0" algn="ctr">
              <a:buNone/>
            </a:pPr>
            <a:r>
              <a:rPr lang="en-US" sz="1050" b="1" dirty="0">
                <a:solidFill>
                  <a:srgbClr val="344054"/>
                </a:solidFill>
              </a:rPr>
              <a:t>Logo</a:t>
            </a:r>
            <a:endParaRPr lang="en-US" sz="1050" dirty="0"/>
          </a:p>
        </p:txBody>
      </p:sp>
      <p:sp>
        <p:nvSpPr>
          <p:cNvPr id="7" name="Text 5"/>
          <p:cNvSpPr/>
          <p:nvPr/>
        </p:nvSpPr>
        <p:spPr>
          <a:xfrm>
            <a:off x="2377440" y="1801368"/>
            <a:ext cx="1188720" cy="109728"/>
          </a:xfrm>
          <a:prstGeom prst="rect">
            <a:avLst/>
          </a:prstGeom>
          <a:noFill/>
          <a:ln/>
        </p:spPr>
        <p:txBody>
          <a:bodyPr wrap="square" rtlCol="0" anchor="ctr"/>
          <a:lstStyle/>
          <a:p>
            <a:pPr marL="0" indent="0" algn="ctr">
              <a:buNone/>
            </a:pPr>
            <a:r>
              <a:rPr lang="en-US" sz="1050" b="1" dirty="0">
                <a:solidFill>
                  <a:srgbClr val="344054"/>
                </a:solidFill>
              </a:rPr>
              <a:t>Add Content</a:t>
            </a:r>
            <a:endParaRPr lang="en-US" sz="1050" dirty="0"/>
          </a:p>
        </p:txBody>
      </p:sp>
      <p:sp>
        <p:nvSpPr>
          <p:cNvPr id="8" name="Text 6"/>
          <p:cNvSpPr/>
          <p:nvPr/>
        </p:nvSpPr>
        <p:spPr>
          <a:xfrm>
            <a:off x="8229600" y="1801368"/>
            <a:ext cx="640080" cy="109728"/>
          </a:xfrm>
          <a:prstGeom prst="rect">
            <a:avLst/>
          </a:prstGeom>
          <a:noFill/>
          <a:ln/>
        </p:spPr>
        <p:txBody>
          <a:bodyPr wrap="square" rtlCol="0" anchor="ctr"/>
          <a:lstStyle/>
          <a:p>
            <a:pPr marL="0" indent="0" algn="ctr">
              <a:buNone/>
            </a:pPr>
            <a:r>
              <a:rPr lang="en-US" sz="1050" b="1" dirty="0">
                <a:solidFill>
                  <a:srgbClr val="344054"/>
                </a:solidFill>
              </a:rPr>
              <a:t>Undo</a:t>
            </a:r>
            <a:endParaRPr lang="en-US" sz="1050" dirty="0"/>
          </a:p>
        </p:txBody>
      </p:sp>
      <p:sp>
        <p:nvSpPr>
          <p:cNvPr id="9" name="Text 7"/>
          <p:cNvSpPr/>
          <p:nvPr/>
        </p:nvSpPr>
        <p:spPr>
          <a:xfrm>
            <a:off x="8915400" y="1801368"/>
            <a:ext cx="640080" cy="109728"/>
          </a:xfrm>
          <a:prstGeom prst="rect">
            <a:avLst/>
          </a:prstGeom>
          <a:noFill/>
          <a:ln/>
        </p:spPr>
        <p:txBody>
          <a:bodyPr wrap="square" rtlCol="0" anchor="ctr"/>
          <a:lstStyle/>
          <a:p>
            <a:pPr marL="0" indent="0" algn="ctr">
              <a:buNone/>
            </a:pPr>
            <a:r>
              <a:rPr lang="en-US" sz="1050" b="1" dirty="0">
                <a:solidFill>
                  <a:srgbClr val="344054"/>
                </a:solidFill>
              </a:rPr>
              <a:t>Redo</a:t>
            </a:r>
            <a:endParaRPr lang="en-US" sz="1050" dirty="0"/>
          </a:p>
        </p:txBody>
      </p:sp>
      <p:sp>
        <p:nvSpPr>
          <p:cNvPr id="10" name="Text 8"/>
          <p:cNvSpPr/>
          <p:nvPr/>
        </p:nvSpPr>
        <p:spPr>
          <a:xfrm>
            <a:off x="9692640" y="1801368"/>
            <a:ext cx="640080" cy="109728"/>
          </a:xfrm>
          <a:prstGeom prst="rect">
            <a:avLst/>
          </a:prstGeom>
          <a:noFill/>
          <a:ln/>
        </p:spPr>
        <p:txBody>
          <a:bodyPr wrap="square" rtlCol="0" anchor="ctr"/>
          <a:lstStyle/>
          <a:p>
            <a:pPr marL="0" indent="0" algn="ctr">
              <a:buNone/>
            </a:pPr>
            <a:r>
              <a:rPr lang="en-US" sz="1050" b="1" dirty="0">
                <a:solidFill>
                  <a:srgbClr val="FFFFFF"/>
                </a:solidFill>
              </a:rPr>
              <a:t>Save</a:t>
            </a:r>
            <a:endParaRPr lang="en-US" sz="1050" dirty="0"/>
          </a:p>
        </p:txBody>
      </p:sp>
      <p:sp>
        <p:nvSpPr>
          <p:cNvPr id="11" name="Shape 9"/>
          <p:cNvSpPr/>
          <p:nvPr/>
        </p:nvSpPr>
        <p:spPr>
          <a:xfrm>
            <a:off x="9555480" y="1737360"/>
            <a:ext cx="960120" cy="274320"/>
          </a:xfrm>
          <a:prstGeom prst="roundRect">
            <a:avLst>
              <a:gd name="adj" fmla="val 16667"/>
            </a:avLst>
          </a:prstGeom>
          <a:solidFill>
            <a:srgbClr val="1F3C88"/>
          </a:solidFill>
          <a:ln w="12700">
            <a:solidFill>
              <a:srgbClr val="1F3C88"/>
            </a:solidFill>
            <a:prstDash val="solid"/>
          </a:ln>
        </p:spPr>
        <p:txBody>
          <a:bodyPr/>
          <a:lstStyle/>
          <a:p>
            <a:endParaRPr lang="zh-CN" altLang="en-US"/>
          </a:p>
        </p:txBody>
      </p:sp>
      <p:sp>
        <p:nvSpPr>
          <p:cNvPr id="12" name="Shape 10"/>
          <p:cNvSpPr/>
          <p:nvPr/>
        </p:nvSpPr>
        <p:spPr>
          <a:xfrm>
            <a:off x="914400" y="2286000"/>
            <a:ext cx="1783080" cy="3291840"/>
          </a:xfrm>
          <a:prstGeom prst="roundRect">
            <a:avLst>
              <a:gd name="adj" fmla="val 2564"/>
            </a:avLst>
          </a:prstGeom>
          <a:solidFill>
            <a:srgbClr val="F8FAFC"/>
          </a:solidFill>
          <a:ln w="12700">
            <a:solidFill>
              <a:srgbClr val="D0D5DD"/>
            </a:solidFill>
            <a:prstDash val="solid"/>
          </a:ln>
        </p:spPr>
        <p:txBody>
          <a:bodyPr/>
          <a:lstStyle/>
          <a:p>
            <a:endParaRPr lang="zh-CN" altLang="en-US"/>
          </a:p>
        </p:txBody>
      </p:sp>
      <p:sp>
        <p:nvSpPr>
          <p:cNvPr id="13" name="Text 11"/>
          <p:cNvSpPr/>
          <p:nvPr/>
        </p:nvSpPr>
        <p:spPr>
          <a:xfrm>
            <a:off x="1078992" y="2487168"/>
            <a:ext cx="1280160" cy="164592"/>
          </a:xfrm>
          <a:prstGeom prst="rect">
            <a:avLst/>
          </a:prstGeom>
          <a:noFill/>
          <a:ln/>
        </p:spPr>
        <p:txBody>
          <a:bodyPr wrap="square" rtlCol="0" anchor="ctr"/>
          <a:lstStyle/>
          <a:p>
            <a:pPr marL="0" indent="0">
              <a:buNone/>
            </a:pPr>
            <a:r>
              <a:rPr lang="en-US" sz="1100" b="1" dirty="0">
                <a:solidFill>
                  <a:srgbClr val="344054"/>
                </a:solidFill>
              </a:rPr>
              <a:t>Content Library</a:t>
            </a:r>
            <a:endParaRPr lang="en-US" sz="1100" dirty="0"/>
          </a:p>
        </p:txBody>
      </p:sp>
      <p:sp>
        <p:nvSpPr>
          <p:cNvPr id="14" name="Shape 12"/>
          <p:cNvSpPr/>
          <p:nvPr/>
        </p:nvSpPr>
        <p:spPr>
          <a:xfrm>
            <a:off x="1078992" y="2816352"/>
            <a:ext cx="1325880" cy="320040"/>
          </a:xfrm>
          <a:prstGeom prst="roundRect">
            <a:avLst>
              <a:gd name="adj" fmla="val 11429"/>
            </a:avLst>
          </a:prstGeom>
          <a:solidFill>
            <a:srgbClr val="FFFFFF"/>
          </a:solidFill>
          <a:ln w="12700">
            <a:solidFill>
              <a:srgbClr val="D0D5DD"/>
            </a:solidFill>
            <a:prstDash val="solid"/>
          </a:ln>
        </p:spPr>
        <p:txBody>
          <a:bodyPr/>
          <a:lstStyle/>
          <a:p>
            <a:endParaRPr lang="zh-CN" altLang="en-US"/>
          </a:p>
        </p:txBody>
      </p:sp>
      <p:sp>
        <p:nvSpPr>
          <p:cNvPr id="15" name="Text 13"/>
          <p:cNvSpPr/>
          <p:nvPr/>
        </p:nvSpPr>
        <p:spPr>
          <a:xfrm>
            <a:off x="1078992" y="2916936"/>
            <a:ext cx="1325880" cy="91440"/>
          </a:xfrm>
          <a:prstGeom prst="rect">
            <a:avLst/>
          </a:prstGeom>
          <a:noFill/>
          <a:ln/>
        </p:spPr>
        <p:txBody>
          <a:bodyPr wrap="square" rtlCol="0" anchor="ctr"/>
          <a:lstStyle/>
          <a:p>
            <a:pPr marL="0" indent="0" algn="ctr">
              <a:buNone/>
            </a:pPr>
            <a:r>
              <a:rPr lang="en-US" sz="1050" dirty="0">
                <a:solidFill>
                  <a:srgbClr val="475467"/>
                </a:solidFill>
              </a:rPr>
              <a:t>Images</a:t>
            </a:r>
            <a:endParaRPr lang="en-US" sz="1050" dirty="0"/>
          </a:p>
        </p:txBody>
      </p:sp>
      <p:sp>
        <p:nvSpPr>
          <p:cNvPr id="16" name="Shape 14"/>
          <p:cNvSpPr/>
          <p:nvPr/>
        </p:nvSpPr>
        <p:spPr>
          <a:xfrm>
            <a:off x="1078992" y="3383280"/>
            <a:ext cx="1325880" cy="320040"/>
          </a:xfrm>
          <a:prstGeom prst="roundRect">
            <a:avLst>
              <a:gd name="adj" fmla="val 11429"/>
            </a:avLst>
          </a:prstGeom>
          <a:solidFill>
            <a:srgbClr val="FFFFFF"/>
          </a:solidFill>
          <a:ln w="12700">
            <a:solidFill>
              <a:srgbClr val="D0D5DD"/>
            </a:solidFill>
            <a:prstDash val="solid"/>
          </a:ln>
        </p:spPr>
        <p:txBody>
          <a:bodyPr/>
          <a:lstStyle/>
          <a:p>
            <a:endParaRPr lang="zh-CN" altLang="en-US"/>
          </a:p>
        </p:txBody>
      </p:sp>
      <p:sp>
        <p:nvSpPr>
          <p:cNvPr id="17" name="Text 15"/>
          <p:cNvSpPr/>
          <p:nvPr/>
        </p:nvSpPr>
        <p:spPr>
          <a:xfrm>
            <a:off x="1078992" y="3483864"/>
            <a:ext cx="1325880" cy="91440"/>
          </a:xfrm>
          <a:prstGeom prst="rect">
            <a:avLst/>
          </a:prstGeom>
          <a:noFill/>
          <a:ln/>
        </p:spPr>
        <p:txBody>
          <a:bodyPr wrap="square" rtlCol="0" anchor="ctr"/>
          <a:lstStyle/>
          <a:p>
            <a:pPr marL="0" indent="0" algn="ctr">
              <a:buNone/>
            </a:pPr>
            <a:r>
              <a:rPr lang="en-US" sz="1050" dirty="0">
                <a:solidFill>
                  <a:srgbClr val="475467"/>
                </a:solidFill>
              </a:rPr>
              <a:t>Text</a:t>
            </a:r>
            <a:endParaRPr lang="en-US" sz="1050" dirty="0"/>
          </a:p>
        </p:txBody>
      </p:sp>
      <p:sp>
        <p:nvSpPr>
          <p:cNvPr id="18" name="Shape 16"/>
          <p:cNvSpPr/>
          <p:nvPr/>
        </p:nvSpPr>
        <p:spPr>
          <a:xfrm>
            <a:off x="1078992" y="3950208"/>
            <a:ext cx="1325880" cy="320040"/>
          </a:xfrm>
          <a:prstGeom prst="roundRect">
            <a:avLst>
              <a:gd name="adj" fmla="val 11429"/>
            </a:avLst>
          </a:prstGeom>
          <a:solidFill>
            <a:srgbClr val="FFFFFF"/>
          </a:solidFill>
          <a:ln w="12700">
            <a:solidFill>
              <a:srgbClr val="D0D5DD"/>
            </a:solidFill>
            <a:prstDash val="solid"/>
          </a:ln>
        </p:spPr>
        <p:txBody>
          <a:bodyPr/>
          <a:lstStyle/>
          <a:p>
            <a:endParaRPr lang="zh-CN" altLang="en-US"/>
          </a:p>
        </p:txBody>
      </p:sp>
      <p:sp>
        <p:nvSpPr>
          <p:cNvPr id="19" name="Text 17"/>
          <p:cNvSpPr/>
          <p:nvPr/>
        </p:nvSpPr>
        <p:spPr>
          <a:xfrm>
            <a:off x="1078992" y="4050792"/>
            <a:ext cx="1325880" cy="91440"/>
          </a:xfrm>
          <a:prstGeom prst="rect">
            <a:avLst/>
          </a:prstGeom>
          <a:noFill/>
          <a:ln/>
        </p:spPr>
        <p:txBody>
          <a:bodyPr wrap="square" rtlCol="0" anchor="ctr"/>
          <a:lstStyle/>
          <a:p>
            <a:pPr marL="0" indent="0" algn="ctr">
              <a:buNone/>
            </a:pPr>
            <a:r>
              <a:rPr lang="en-US" sz="1050" dirty="0">
                <a:solidFill>
                  <a:srgbClr val="475467"/>
                </a:solidFill>
              </a:rPr>
              <a:t>Video</a:t>
            </a:r>
            <a:endParaRPr lang="en-US" sz="1050" dirty="0"/>
          </a:p>
        </p:txBody>
      </p:sp>
      <p:sp>
        <p:nvSpPr>
          <p:cNvPr id="20" name="Shape 18"/>
          <p:cNvSpPr/>
          <p:nvPr/>
        </p:nvSpPr>
        <p:spPr>
          <a:xfrm>
            <a:off x="1078992" y="4517136"/>
            <a:ext cx="1325880" cy="320040"/>
          </a:xfrm>
          <a:prstGeom prst="roundRect">
            <a:avLst>
              <a:gd name="adj" fmla="val 11429"/>
            </a:avLst>
          </a:prstGeom>
          <a:solidFill>
            <a:srgbClr val="FFFFFF"/>
          </a:solidFill>
          <a:ln w="12700">
            <a:solidFill>
              <a:srgbClr val="D0D5DD"/>
            </a:solidFill>
            <a:prstDash val="solid"/>
          </a:ln>
        </p:spPr>
        <p:txBody>
          <a:bodyPr/>
          <a:lstStyle/>
          <a:p>
            <a:endParaRPr lang="zh-CN" altLang="en-US"/>
          </a:p>
        </p:txBody>
      </p:sp>
      <p:sp>
        <p:nvSpPr>
          <p:cNvPr id="21" name="Text 19"/>
          <p:cNvSpPr/>
          <p:nvPr/>
        </p:nvSpPr>
        <p:spPr>
          <a:xfrm>
            <a:off x="1078992" y="4617720"/>
            <a:ext cx="1325880" cy="91440"/>
          </a:xfrm>
          <a:prstGeom prst="rect">
            <a:avLst/>
          </a:prstGeom>
          <a:noFill/>
          <a:ln/>
        </p:spPr>
        <p:txBody>
          <a:bodyPr wrap="square" rtlCol="0" anchor="ctr"/>
          <a:lstStyle/>
          <a:p>
            <a:pPr marL="0" indent="0" algn="ctr">
              <a:buNone/>
            </a:pPr>
            <a:r>
              <a:rPr lang="en-US" sz="1050" dirty="0">
                <a:solidFill>
                  <a:srgbClr val="475467"/>
                </a:solidFill>
              </a:rPr>
              <a:t>Assets</a:t>
            </a:r>
            <a:endParaRPr lang="en-US" sz="1050" dirty="0"/>
          </a:p>
        </p:txBody>
      </p:sp>
      <p:sp>
        <p:nvSpPr>
          <p:cNvPr id="22" name="Shape 20"/>
          <p:cNvSpPr/>
          <p:nvPr/>
        </p:nvSpPr>
        <p:spPr>
          <a:xfrm>
            <a:off x="2880360" y="2286000"/>
            <a:ext cx="5303520" cy="3291840"/>
          </a:xfrm>
          <a:prstGeom prst="roundRect">
            <a:avLst>
              <a:gd name="adj" fmla="val 1389"/>
            </a:avLst>
          </a:prstGeom>
          <a:solidFill>
            <a:srgbClr val="FFFFFF"/>
          </a:solidFill>
          <a:ln w="12700">
            <a:solidFill>
              <a:srgbClr val="D0D5DD"/>
            </a:solidFill>
            <a:prstDash val="solid"/>
          </a:ln>
        </p:spPr>
        <p:txBody>
          <a:bodyPr/>
          <a:lstStyle/>
          <a:p>
            <a:endParaRPr lang="zh-CN" altLang="en-US"/>
          </a:p>
        </p:txBody>
      </p:sp>
      <p:sp>
        <p:nvSpPr>
          <p:cNvPr id="23" name="Text 21"/>
          <p:cNvSpPr/>
          <p:nvPr/>
        </p:nvSpPr>
        <p:spPr>
          <a:xfrm>
            <a:off x="4572000" y="2487168"/>
            <a:ext cx="1920240" cy="164592"/>
          </a:xfrm>
          <a:prstGeom prst="rect">
            <a:avLst/>
          </a:prstGeom>
          <a:noFill/>
          <a:ln/>
        </p:spPr>
        <p:txBody>
          <a:bodyPr wrap="square" rtlCol="0" anchor="ctr"/>
          <a:lstStyle/>
          <a:p>
            <a:pPr marL="0" indent="0" algn="ctr">
              <a:buNone/>
            </a:pPr>
            <a:r>
              <a:rPr lang="en-US" sz="1100" b="1" dirty="0">
                <a:solidFill>
                  <a:srgbClr val="344054"/>
                </a:solidFill>
              </a:rPr>
              <a:t>3D Wall / Hallway Preview</a:t>
            </a:r>
            <a:endParaRPr lang="en-US" sz="1100" dirty="0"/>
          </a:p>
        </p:txBody>
      </p:sp>
      <p:sp>
        <p:nvSpPr>
          <p:cNvPr id="24" name="Shape 22"/>
          <p:cNvSpPr/>
          <p:nvPr/>
        </p:nvSpPr>
        <p:spPr>
          <a:xfrm>
            <a:off x="3703320" y="2880360"/>
            <a:ext cx="3657600" cy="1965960"/>
          </a:xfrm>
          <a:prstGeom prst="rect">
            <a:avLst/>
          </a:prstGeom>
          <a:solidFill>
            <a:srgbClr val="F9FAFB"/>
          </a:solidFill>
          <a:ln w="12700">
            <a:solidFill>
              <a:srgbClr val="D0D5DD"/>
            </a:solidFill>
            <a:prstDash val="solid"/>
          </a:ln>
        </p:spPr>
        <p:txBody>
          <a:bodyPr/>
          <a:lstStyle/>
          <a:p>
            <a:endParaRPr lang="zh-CN" altLang="en-US"/>
          </a:p>
        </p:txBody>
      </p:sp>
      <p:sp>
        <p:nvSpPr>
          <p:cNvPr id="25" name="Shape 23"/>
          <p:cNvSpPr/>
          <p:nvPr/>
        </p:nvSpPr>
        <p:spPr>
          <a:xfrm>
            <a:off x="4800600" y="2880360"/>
            <a:ext cx="0" cy="1965960"/>
          </a:xfrm>
          <a:prstGeom prst="line">
            <a:avLst/>
          </a:prstGeom>
          <a:noFill/>
          <a:ln w="12700">
            <a:solidFill>
              <a:srgbClr val="D0D5DD"/>
            </a:solidFill>
            <a:prstDash val="solid"/>
          </a:ln>
        </p:spPr>
        <p:txBody>
          <a:bodyPr/>
          <a:lstStyle/>
          <a:p>
            <a:endParaRPr lang="zh-CN" altLang="en-US"/>
          </a:p>
        </p:txBody>
      </p:sp>
      <p:sp>
        <p:nvSpPr>
          <p:cNvPr id="26" name="Shape 24"/>
          <p:cNvSpPr/>
          <p:nvPr/>
        </p:nvSpPr>
        <p:spPr>
          <a:xfrm>
            <a:off x="6263640" y="2880360"/>
            <a:ext cx="0" cy="1965960"/>
          </a:xfrm>
          <a:prstGeom prst="line">
            <a:avLst/>
          </a:prstGeom>
          <a:noFill/>
          <a:ln w="12700">
            <a:solidFill>
              <a:srgbClr val="D0D5DD"/>
            </a:solidFill>
            <a:prstDash val="solid"/>
          </a:ln>
        </p:spPr>
        <p:txBody>
          <a:bodyPr/>
          <a:lstStyle/>
          <a:p>
            <a:endParaRPr lang="zh-CN" altLang="en-US"/>
          </a:p>
        </p:txBody>
      </p:sp>
      <p:sp>
        <p:nvSpPr>
          <p:cNvPr id="27" name="Shape 25"/>
          <p:cNvSpPr/>
          <p:nvPr/>
        </p:nvSpPr>
        <p:spPr>
          <a:xfrm>
            <a:off x="3703320" y="3840480"/>
            <a:ext cx="3657600" cy="0"/>
          </a:xfrm>
          <a:prstGeom prst="line">
            <a:avLst/>
          </a:prstGeom>
          <a:noFill/>
          <a:ln w="12700">
            <a:solidFill>
              <a:srgbClr val="D0D5DD"/>
            </a:solidFill>
            <a:prstDash val="solid"/>
          </a:ln>
        </p:spPr>
        <p:txBody>
          <a:bodyPr/>
          <a:lstStyle/>
          <a:p>
            <a:endParaRPr lang="zh-CN" altLang="en-US"/>
          </a:p>
        </p:txBody>
      </p:sp>
      <p:sp>
        <p:nvSpPr>
          <p:cNvPr id="28" name="Shape 26"/>
          <p:cNvSpPr/>
          <p:nvPr/>
        </p:nvSpPr>
        <p:spPr>
          <a:xfrm>
            <a:off x="5623560" y="3456432"/>
            <a:ext cx="566928" cy="411480"/>
          </a:xfrm>
          <a:prstGeom prst="rect">
            <a:avLst/>
          </a:prstGeom>
          <a:solidFill>
            <a:srgbClr val="F79009"/>
          </a:solidFill>
          <a:ln w="12700">
            <a:solidFill>
              <a:srgbClr val="F79009"/>
            </a:solidFill>
            <a:prstDash val="solid"/>
          </a:ln>
        </p:spPr>
        <p:txBody>
          <a:bodyPr/>
          <a:lstStyle/>
          <a:p>
            <a:endParaRPr lang="zh-CN" altLang="en-US"/>
          </a:p>
        </p:txBody>
      </p:sp>
      <p:sp>
        <p:nvSpPr>
          <p:cNvPr id="29" name="Text 27"/>
          <p:cNvSpPr/>
          <p:nvPr/>
        </p:nvSpPr>
        <p:spPr>
          <a:xfrm>
            <a:off x="5257800" y="3977640"/>
            <a:ext cx="1280160" cy="137160"/>
          </a:xfrm>
          <a:prstGeom prst="rect">
            <a:avLst/>
          </a:prstGeom>
          <a:noFill/>
          <a:ln/>
        </p:spPr>
        <p:txBody>
          <a:bodyPr wrap="square" rtlCol="0" anchor="ctr"/>
          <a:lstStyle/>
          <a:p>
            <a:pPr marL="0" indent="0" algn="ctr">
              <a:buNone/>
            </a:pPr>
            <a:r>
              <a:rPr lang="en-US" sz="950" dirty="0">
                <a:solidFill>
                  <a:srgbClr val="475467"/>
                </a:solidFill>
              </a:rPr>
              <a:t>Content item</a:t>
            </a:r>
            <a:endParaRPr lang="en-US" sz="950" dirty="0"/>
          </a:p>
        </p:txBody>
      </p:sp>
      <p:sp>
        <p:nvSpPr>
          <p:cNvPr id="30" name="Shape 28"/>
          <p:cNvSpPr/>
          <p:nvPr/>
        </p:nvSpPr>
        <p:spPr>
          <a:xfrm>
            <a:off x="8394192" y="2286000"/>
            <a:ext cx="2898648" cy="3291840"/>
          </a:xfrm>
          <a:prstGeom prst="roundRect">
            <a:avLst>
              <a:gd name="adj" fmla="val 1577"/>
            </a:avLst>
          </a:prstGeom>
          <a:solidFill>
            <a:srgbClr val="F8FAFC"/>
          </a:solidFill>
          <a:ln w="12700">
            <a:solidFill>
              <a:srgbClr val="D0D5DD"/>
            </a:solidFill>
            <a:prstDash val="solid"/>
          </a:ln>
        </p:spPr>
        <p:txBody>
          <a:bodyPr/>
          <a:lstStyle/>
          <a:p>
            <a:endParaRPr lang="zh-CN" altLang="en-US"/>
          </a:p>
        </p:txBody>
      </p:sp>
      <p:sp>
        <p:nvSpPr>
          <p:cNvPr id="31" name="Text 29"/>
          <p:cNvSpPr/>
          <p:nvPr/>
        </p:nvSpPr>
        <p:spPr>
          <a:xfrm>
            <a:off x="8613648" y="2487168"/>
            <a:ext cx="1463040" cy="164592"/>
          </a:xfrm>
          <a:prstGeom prst="rect">
            <a:avLst/>
          </a:prstGeom>
          <a:noFill/>
          <a:ln/>
        </p:spPr>
        <p:txBody>
          <a:bodyPr wrap="square" rtlCol="0" anchor="ctr"/>
          <a:lstStyle/>
          <a:p>
            <a:pPr marL="0" indent="0">
              <a:buNone/>
            </a:pPr>
            <a:r>
              <a:rPr lang="en-US" sz="1100" b="1" dirty="0">
                <a:solidFill>
                  <a:srgbClr val="344054"/>
                </a:solidFill>
              </a:rPr>
              <a:t>Properties Panel</a:t>
            </a:r>
            <a:endParaRPr lang="en-US" sz="1100" dirty="0"/>
          </a:p>
        </p:txBody>
      </p:sp>
      <p:sp>
        <p:nvSpPr>
          <p:cNvPr id="32" name="Text 30"/>
          <p:cNvSpPr/>
          <p:nvPr/>
        </p:nvSpPr>
        <p:spPr>
          <a:xfrm>
            <a:off x="8641080" y="2834640"/>
            <a:ext cx="1188720" cy="137160"/>
          </a:xfrm>
          <a:prstGeom prst="rect">
            <a:avLst/>
          </a:prstGeom>
          <a:noFill/>
          <a:ln/>
        </p:spPr>
        <p:txBody>
          <a:bodyPr wrap="square" rtlCol="0" anchor="ctr"/>
          <a:lstStyle/>
          <a:p>
            <a:pPr marL="0" indent="0">
              <a:buNone/>
            </a:pPr>
            <a:r>
              <a:rPr lang="en-US" sz="1050" b="1" dirty="0">
                <a:solidFill>
                  <a:srgbClr val="344054"/>
                </a:solidFill>
              </a:rPr>
              <a:t>Position</a:t>
            </a:r>
            <a:endParaRPr lang="en-US" sz="1050" dirty="0"/>
          </a:p>
        </p:txBody>
      </p:sp>
      <p:sp>
        <p:nvSpPr>
          <p:cNvPr id="33" name="Shape 31"/>
          <p:cNvSpPr/>
          <p:nvPr/>
        </p:nvSpPr>
        <p:spPr>
          <a:xfrm>
            <a:off x="9646920" y="2770632"/>
            <a:ext cx="1143000" cy="256032"/>
          </a:xfrm>
          <a:prstGeom prst="roundRect">
            <a:avLst>
              <a:gd name="adj" fmla="val 10714"/>
            </a:avLst>
          </a:prstGeom>
          <a:solidFill>
            <a:srgbClr val="FFFFFF"/>
          </a:solidFill>
          <a:ln w="12700">
            <a:solidFill>
              <a:srgbClr val="D0D5DD"/>
            </a:solidFill>
            <a:prstDash val="solid"/>
          </a:ln>
        </p:spPr>
        <p:txBody>
          <a:bodyPr/>
          <a:lstStyle/>
          <a:p>
            <a:endParaRPr lang="zh-CN" altLang="en-US"/>
          </a:p>
        </p:txBody>
      </p:sp>
      <p:sp>
        <p:nvSpPr>
          <p:cNvPr id="34" name="Text 32"/>
          <p:cNvSpPr/>
          <p:nvPr/>
        </p:nvSpPr>
        <p:spPr>
          <a:xfrm>
            <a:off x="8641080" y="3493008"/>
            <a:ext cx="1188720" cy="137160"/>
          </a:xfrm>
          <a:prstGeom prst="rect">
            <a:avLst/>
          </a:prstGeom>
          <a:noFill/>
          <a:ln/>
        </p:spPr>
        <p:txBody>
          <a:bodyPr wrap="square" rtlCol="0" anchor="ctr"/>
          <a:lstStyle/>
          <a:p>
            <a:pPr marL="0" indent="0">
              <a:buNone/>
            </a:pPr>
            <a:r>
              <a:rPr lang="en-US" sz="1050" b="1" dirty="0">
                <a:solidFill>
                  <a:srgbClr val="344054"/>
                </a:solidFill>
              </a:rPr>
              <a:t>Scale</a:t>
            </a:r>
            <a:endParaRPr lang="en-US" sz="1050" dirty="0"/>
          </a:p>
        </p:txBody>
      </p:sp>
      <p:sp>
        <p:nvSpPr>
          <p:cNvPr id="35" name="Shape 33"/>
          <p:cNvSpPr/>
          <p:nvPr/>
        </p:nvSpPr>
        <p:spPr>
          <a:xfrm>
            <a:off x="9646920" y="3429000"/>
            <a:ext cx="1143000" cy="256032"/>
          </a:xfrm>
          <a:prstGeom prst="roundRect">
            <a:avLst>
              <a:gd name="adj" fmla="val 10714"/>
            </a:avLst>
          </a:prstGeom>
          <a:solidFill>
            <a:srgbClr val="FFFFFF"/>
          </a:solidFill>
          <a:ln w="12700">
            <a:solidFill>
              <a:srgbClr val="D0D5DD"/>
            </a:solidFill>
            <a:prstDash val="solid"/>
          </a:ln>
        </p:spPr>
        <p:txBody>
          <a:bodyPr/>
          <a:lstStyle/>
          <a:p>
            <a:endParaRPr lang="zh-CN" altLang="en-US"/>
          </a:p>
        </p:txBody>
      </p:sp>
      <p:sp>
        <p:nvSpPr>
          <p:cNvPr id="36" name="Text 34"/>
          <p:cNvSpPr/>
          <p:nvPr/>
        </p:nvSpPr>
        <p:spPr>
          <a:xfrm>
            <a:off x="8641080" y="4151376"/>
            <a:ext cx="1188720" cy="137160"/>
          </a:xfrm>
          <a:prstGeom prst="rect">
            <a:avLst/>
          </a:prstGeom>
          <a:noFill/>
          <a:ln/>
        </p:spPr>
        <p:txBody>
          <a:bodyPr wrap="square" rtlCol="0" anchor="ctr"/>
          <a:lstStyle/>
          <a:p>
            <a:pPr marL="0" indent="0">
              <a:buNone/>
            </a:pPr>
            <a:r>
              <a:rPr lang="en-US" sz="1050" b="1" dirty="0">
                <a:solidFill>
                  <a:srgbClr val="344054"/>
                </a:solidFill>
              </a:rPr>
              <a:t>Rotation</a:t>
            </a:r>
            <a:endParaRPr lang="en-US" sz="1050" dirty="0"/>
          </a:p>
        </p:txBody>
      </p:sp>
      <p:sp>
        <p:nvSpPr>
          <p:cNvPr id="37" name="Shape 35"/>
          <p:cNvSpPr/>
          <p:nvPr/>
        </p:nvSpPr>
        <p:spPr>
          <a:xfrm>
            <a:off x="9646920" y="4087368"/>
            <a:ext cx="1143000" cy="256032"/>
          </a:xfrm>
          <a:prstGeom prst="roundRect">
            <a:avLst>
              <a:gd name="adj" fmla="val 10714"/>
            </a:avLst>
          </a:prstGeom>
          <a:solidFill>
            <a:srgbClr val="FFFFFF"/>
          </a:solidFill>
          <a:ln w="12700">
            <a:solidFill>
              <a:srgbClr val="D0D5DD"/>
            </a:solidFill>
            <a:prstDash val="solid"/>
          </a:ln>
        </p:spPr>
        <p:txBody>
          <a:bodyPr/>
          <a:lstStyle/>
          <a:p>
            <a:endParaRPr lang="zh-CN" altLang="en-US"/>
          </a:p>
        </p:txBody>
      </p:sp>
      <p:sp>
        <p:nvSpPr>
          <p:cNvPr id="38" name="Text 36"/>
          <p:cNvSpPr/>
          <p:nvPr/>
        </p:nvSpPr>
        <p:spPr>
          <a:xfrm>
            <a:off x="8641080" y="4809744"/>
            <a:ext cx="1188720" cy="137160"/>
          </a:xfrm>
          <a:prstGeom prst="rect">
            <a:avLst/>
          </a:prstGeom>
          <a:noFill/>
          <a:ln/>
        </p:spPr>
        <p:txBody>
          <a:bodyPr wrap="square" rtlCol="0" anchor="ctr"/>
          <a:lstStyle/>
          <a:p>
            <a:pPr marL="0" indent="0">
              <a:buNone/>
            </a:pPr>
            <a:r>
              <a:rPr lang="en-US" sz="1050" b="1" dirty="0">
                <a:solidFill>
                  <a:srgbClr val="344054"/>
                </a:solidFill>
              </a:rPr>
              <a:t>Content Type</a:t>
            </a:r>
            <a:endParaRPr lang="en-US" sz="1050" dirty="0"/>
          </a:p>
        </p:txBody>
      </p:sp>
      <p:sp>
        <p:nvSpPr>
          <p:cNvPr id="39" name="Shape 37"/>
          <p:cNvSpPr/>
          <p:nvPr/>
        </p:nvSpPr>
        <p:spPr>
          <a:xfrm>
            <a:off x="9646920" y="4745736"/>
            <a:ext cx="1143000" cy="256032"/>
          </a:xfrm>
          <a:prstGeom prst="roundRect">
            <a:avLst>
              <a:gd name="adj" fmla="val 10714"/>
            </a:avLst>
          </a:prstGeom>
          <a:solidFill>
            <a:srgbClr val="FFFFFF"/>
          </a:solidFill>
          <a:ln w="12700">
            <a:solidFill>
              <a:srgbClr val="D0D5DD"/>
            </a:solidFill>
            <a:prstDash val="solid"/>
          </a:ln>
        </p:spPr>
        <p:txBody>
          <a:bodyPr/>
          <a:lstStyle/>
          <a:p>
            <a:endParaRPr lang="zh-CN" altLang="en-US"/>
          </a:p>
        </p:txBody>
      </p:sp>
      <p:sp>
        <p:nvSpPr>
          <p:cNvPr id="40"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411480"/>
            <a:ext cx="9875520" cy="411480"/>
          </a:xfrm>
          <a:prstGeom prst="rect">
            <a:avLst/>
          </a:prstGeom>
          <a:noFill/>
          <a:ln/>
        </p:spPr>
        <p:txBody>
          <a:bodyPr wrap="square" rtlCol="0" anchor="ctr"/>
          <a:lstStyle/>
          <a:p>
            <a:pPr marL="0" indent="0">
              <a:buNone/>
            </a:pPr>
            <a:r>
              <a:rPr lang="en-US" sz="2400" b="1" dirty="0">
                <a:solidFill>
                  <a:srgbClr val="101828"/>
                </a:solidFill>
                <a:latin typeface="Aptos Display" pitchFamily="34" charset="0"/>
                <a:ea typeface="Aptos Display" pitchFamily="34" charset="-122"/>
                <a:cs typeface="Aptos Display" pitchFamily="34" charset="-120"/>
              </a:rPr>
              <a:t>Task 2 · Supporting Wireframes</a:t>
            </a:r>
            <a:endParaRPr lang="en-US" sz="2400" dirty="0"/>
          </a:p>
        </p:txBody>
      </p:sp>
      <p:sp>
        <p:nvSpPr>
          <p:cNvPr id="3" name="Text 1"/>
          <p:cNvSpPr/>
          <p:nvPr/>
        </p:nvSpPr>
        <p:spPr>
          <a:xfrm>
            <a:off x="521208" y="868680"/>
            <a:ext cx="10972800" cy="256032"/>
          </a:xfrm>
          <a:prstGeom prst="rect">
            <a:avLst/>
          </a:prstGeom>
          <a:noFill/>
          <a:ln/>
        </p:spPr>
        <p:txBody>
          <a:bodyPr wrap="square" rtlCol="0" anchor="ctr"/>
          <a:lstStyle/>
          <a:p>
            <a:pPr marL="0" indent="0">
              <a:buNone/>
            </a:pPr>
            <a:r>
              <a:rPr lang="en-US" sz="1050" dirty="0">
                <a:solidFill>
                  <a:srgbClr val="475467"/>
                </a:solidFill>
                <a:latin typeface="Aptos" pitchFamily="34" charset="0"/>
                <a:ea typeface="Aptos" pitchFamily="34" charset="-122"/>
                <a:cs typeface="Aptos" pitchFamily="34" charset="-120"/>
              </a:rPr>
              <a:t>Secondary screens required to complete the editing workflow.</a:t>
            </a:r>
            <a:endParaRPr lang="en-US" sz="1050" dirty="0"/>
          </a:p>
        </p:txBody>
      </p:sp>
      <p:sp>
        <p:nvSpPr>
          <p:cNvPr id="4" name="Shape 2"/>
          <p:cNvSpPr/>
          <p:nvPr/>
        </p:nvSpPr>
        <p:spPr>
          <a:xfrm>
            <a:off x="777240" y="1417320"/>
            <a:ext cx="5166360" cy="4526280"/>
          </a:xfrm>
          <a:prstGeom prst="roundRect">
            <a:avLst>
              <a:gd name="adj" fmla="val 2020"/>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5" name="Text 3"/>
          <p:cNvSpPr/>
          <p:nvPr/>
        </p:nvSpPr>
        <p:spPr>
          <a:xfrm>
            <a:off x="1051560" y="1664208"/>
            <a:ext cx="1828800" cy="201168"/>
          </a:xfrm>
          <a:prstGeom prst="rect">
            <a:avLst/>
          </a:prstGeom>
          <a:noFill/>
          <a:ln/>
        </p:spPr>
        <p:txBody>
          <a:bodyPr wrap="square" rtlCol="0" anchor="ctr"/>
          <a:lstStyle/>
          <a:p>
            <a:pPr marL="0" indent="0">
              <a:buNone/>
            </a:pPr>
            <a:r>
              <a:rPr lang="en-US" sz="1200" b="1" dirty="0">
                <a:solidFill>
                  <a:srgbClr val="344054"/>
                </a:solidFill>
              </a:rPr>
              <a:t>Add Content Dialog</a:t>
            </a:r>
            <a:endParaRPr lang="en-US" sz="1200" dirty="0"/>
          </a:p>
        </p:txBody>
      </p:sp>
      <p:sp>
        <p:nvSpPr>
          <p:cNvPr id="6" name="Shape 4"/>
          <p:cNvSpPr/>
          <p:nvPr/>
        </p:nvSpPr>
        <p:spPr>
          <a:xfrm>
            <a:off x="1828800" y="2103120"/>
            <a:ext cx="2971800" cy="2560320"/>
          </a:xfrm>
          <a:prstGeom prst="roundRect">
            <a:avLst>
              <a:gd name="adj" fmla="val 2857"/>
            </a:avLst>
          </a:prstGeom>
          <a:solidFill>
            <a:srgbClr val="F8FAFC"/>
          </a:solidFill>
          <a:ln w="12700">
            <a:solidFill>
              <a:srgbClr val="D0D5DD"/>
            </a:solidFill>
            <a:prstDash val="solid"/>
          </a:ln>
        </p:spPr>
        <p:txBody>
          <a:bodyPr/>
          <a:lstStyle/>
          <a:p>
            <a:endParaRPr lang="zh-CN" altLang="en-US"/>
          </a:p>
        </p:txBody>
      </p:sp>
      <p:sp>
        <p:nvSpPr>
          <p:cNvPr id="7" name="Text 5"/>
          <p:cNvSpPr/>
          <p:nvPr/>
        </p:nvSpPr>
        <p:spPr>
          <a:xfrm>
            <a:off x="2240280" y="2359152"/>
            <a:ext cx="2148840" cy="164592"/>
          </a:xfrm>
          <a:prstGeom prst="rect">
            <a:avLst/>
          </a:prstGeom>
          <a:noFill/>
          <a:ln/>
        </p:spPr>
        <p:txBody>
          <a:bodyPr wrap="square" rtlCol="0" anchor="ctr"/>
          <a:lstStyle/>
          <a:p>
            <a:pPr marL="0" indent="0" algn="ctr">
              <a:buNone/>
            </a:pPr>
            <a:r>
              <a:rPr lang="en-US" sz="1300" b="1" dirty="0">
                <a:solidFill>
                  <a:srgbClr val="101828"/>
                </a:solidFill>
              </a:rPr>
              <a:t>Add New Content</a:t>
            </a:r>
            <a:endParaRPr lang="en-US" sz="1300" dirty="0"/>
          </a:p>
        </p:txBody>
      </p:sp>
      <p:sp>
        <p:nvSpPr>
          <p:cNvPr id="8" name="Shape 6"/>
          <p:cNvSpPr/>
          <p:nvPr/>
        </p:nvSpPr>
        <p:spPr>
          <a:xfrm>
            <a:off x="2331720" y="2761488"/>
            <a:ext cx="196596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9" name="Text 7"/>
          <p:cNvSpPr/>
          <p:nvPr/>
        </p:nvSpPr>
        <p:spPr>
          <a:xfrm>
            <a:off x="2331720" y="2843784"/>
            <a:ext cx="1965960" cy="91440"/>
          </a:xfrm>
          <a:prstGeom prst="rect">
            <a:avLst/>
          </a:prstGeom>
          <a:noFill/>
          <a:ln/>
        </p:spPr>
        <p:txBody>
          <a:bodyPr wrap="square" rtlCol="0" anchor="ctr"/>
          <a:lstStyle/>
          <a:p>
            <a:pPr marL="0" indent="0" algn="ctr">
              <a:buNone/>
            </a:pPr>
            <a:r>
              <a:rPr lang="en-US" sz="1050" dirty="0">
                <a:solidFill>
                  <a:srgbClr val="475467"/>
                </a:solidFill>
              </a:rPr>
              <a:t>Upload Image</a:t>
            </a:r>
            <a:endParaRPr lang="en-US" sz="1050" dirty="0"/>
          </a:p>
        </p:txBody>
      </p:sp>
      <p:sp>
        <p:nvSpPr>
          <p:cNvPr id="10" name="Shape 8"/>
          <p:cNvSpPr/>
          <p:nvPr/>
        </p:nvSpPr>
        <p:spPr>
          <a:xfrm>
            <a:off x="2331720" y="3200400"/>
            <a:ext cx="196596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11" name="Text 9"/>
          <p:cNvSpPr/>
          <p:nvPr/>
        </p:nvSpPr>
        <p:spPr>
          <a:xfrm>
            <a:off x="2331720" y="3282696"/>
            <a:ext cx="1965960" cy="91440"/>
          </a:xfrm>
          <a:prstGeom prst="rect">
            <a:avLst/>
          </a:prstGeom>
          <a:noFill/>
          <a:ln/>
        </p:spPr>
        <p:txBody>
          <a:bodyPr wrap="square" rtlCol="0" anchor="ctr"/>
          <a:lstStyle/>
          <a:p>
            <a:pPr marL="0" indent="0" algn="ctr">
              <a:buNone/>
            </a:pPr>
            <a:r>
              <a:rPr lang="en-US" sz="1050" dirty="0">
                <a:solidFill>
                  <a:srgbClr val="475467"/>
                </a:solidFill>
              </a:rPr>
              <a:t>Add Text</a:t>
            </a:r>
            <a:endParaRPr lang="en-US" sz="1050" dirty="0"/>
          </a:p>
        </p:txBody>
      </p:sp>
      <p:sp>
        <p:nvSpPr>
          <p:cNvPr id="12" name="Shape 10"/>
          <p:cNvSpPr/>
          <p:nvPr/>
        </p:nvSpPr>
        <p:spPr>
          <a:xfrm>
            <a:off x="2331720" y="3639312"/>
            <a:ext cx="196596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13" name="Text 11"/>
          <p:cNvSpPr/>
          <p:nvPr/>
        </p:nvSpPr>
        <p:spPr>
          <a:xfrm>
            <a:off x="2331720" y="3721608"/>
            <a:ext cx="1965960" cy="91440"/>
          </a:xfrm>
          <a:prstGeom prst="rect">
            <a:avLst/>
          </a:prstGeom>
          <a:noFill/>
          <a:ln/>
        </p:spPr>
        <p:txBody>
          <a:bodyPr wrap="square" rtlCol="0" anchor="ctr"/>
          <a:lstStyle/>
          <a:p>
            <a:pPr marL="0" indent="0" algn="ctr">
              <a:buNone/>
            </a:pPr>
            <a:r>
              <a:rPr lang="en-US" sz="1050" dirty="0">
                <a:solidFill>
                  <a:srgbClr val="475467"/>
                </a:solidFill>
              </a:rPr>
              <a:t>Upload Video</a:t>
            </a:r>
            <a:endParaRPr lang="en-US" sz="1050" dirty="0"/>
          </a:p>
        </p:txBody>
      </p:sp>
      <p:sp>
        <p:nvSpPr>
          <p:cNvPr id="14" name="Shape 12"/>
          <p:cNvSpPr/>
          <p:nvPr/>
        </p:nvSpPr>
        <p:spPr>
          <a:xfrm>
            <a:off x="2331720" y="4160520"/>
            <a:ext cx="841248" cy="292608"/>
          </a:xfrm>
          <a:prstGeom prst="roundRect">
            <a:avLst>
              <a:gd name="adj" fmla="val 12500"/>
            </a:avLst>
          </a:prstGeom>
          <a:solidFill>
            <a:srgbClr val="FFFFFF"/>
          </a:solidFill>
          <a:ln w="12700">
            <a:solidFill>
              <a:srgbClr val="D0D5DD"/>
            </a:solidFill>
            <a:prstDash val="solid"/>
          </a:ln>
        </p:spPr>
        <p:txBody>
          <a:bodyPr/>
          <a:lstStyle/>
          <a:p>
            <a:endParaRPr lang="zh-CN" altLang="en-US"/>
          </a:p>
        </p:txBody>
      </p:sp>
      <p:sp>
        <p:nvSpPr>
          <p:cNvPr id="15" name="Shape 13"/>
          <p:cNvSpPr/>
          <p:nvPr/>
        </p:nvSpPr>
        <p:spPr>
          <a:xfrm>
            <a:off x="3456432" y="4160520"/>
            <a:ext cx="841248" cy="292608"/>
          </a:xfrm>
          <a:prstGeom prst="roundRect">
            <a:avLst>
              <a:gd name="adj" fmla="val 12500"/>
            </a:avLst>
          </a:prstGeom>
          <a:solidFill>
            <a:srgbClr val="1F3C88"/>
          </a:solidFill>
          <a:ln w="12700">
            <a:solidFill>
              <a:srgbClr val="1F3C88"/>
            </a:solidFill>
            <a:prstDash val="solid"/>
          </a:ln>
        </p:spPr>
        <p:txBody>
          <a:bodyPr/>
          <a:lstStyle/>
          <a:p>
            <a:endParaRPr lang="zh-CN" altLang="en-US"/>
          </a:p>
        </p:txBody>
      </p:sp>
      <p:sp>
        <p:nvSpPr>
          <p:cNvPr id="16" name="Text 14"/>
          <p:cNvSpPr/>
          <p:nvPr/>
        </p:nvSpPr>
        <p:spPr>
          <a:xfrm>
            <a:off x="2331720" y="4251960"/>
            <a:ext cx="841248" cy="91440"/>
          </a:xfrm>
          <a:prstGeom prst="rect">
            <a:avLst/>
          </a:prstGeom>
          <a:noFill/>
          <a:ln/>
        </p:spPr>
        <p:txBody>
          <a:bodyPr wrap="square" rtlCol="0" anchor="ctr"/>
          <a:lstStyle/>
          <a:p>
            <a:pPr marL="0" indent="0" algn="ctr">
              <a:buNone/>
            </a:pPr>
            <a:r>
              <a:rPr lang="en-US" sz="1050" b="1" dirty="0">
                <a:solidFill>
                  <a:srgbClr val="475467"/>
                </a:solidFill>
              </a:rPr>
              <a:t>Cancel</a:t>
            </a:r>
            <a:endParaRPr lang="en-US" sz="1050" dirty="0"/>
          </a:p>
        </p:txBody>
      </p:sp>
      <p:sp>
        <p:nvSpPr>
          <p:cNvPr id="17" name="Text 15"/>
          <p:cNvSpPr/>
          <p:nvPr/>
        </p:nvSpPr>
        <p:spPr>
          <a:xfrm>
            <a:off x="3456432" y="4251960"/>
            <a:ext cx="841248" cy="91440"/>
          </a:xfrm>
          <a:prstGeom prst="rect">
            <a:avLst/>
          </a:prstGeom>
          <a:noFill/>
          <a:ln/>
        </p:spPr>
        <p:txBody>
          <a:bodyPr wrap="square" rtlCol="0" anchor="ctr"/>
          <a:lstStyle/>
          <a:p>
            <a:pPr marL="0" indent="0" algn="ctr">
              <a:buNone/>
            </a:pPr>
            <a:r>
              <a:rPr lang="en-US" sz="1050" b="1" dirty="0">
                <a:solidFill>
                  <a:srgbClr val="FFFFFF"/>
                </a:solidFill>
              </a:rPr>
              <a:t>Confirm</a:t>
            </a:r>
            <a:endParaRPr lang="en-US" sz="1050" dirty="0"/>
          </a:p>
        </p:txBody>
      </p:sp>
      <p:sp>
        <p:nvSpPr>
          <p:cNvPr id="18" name="Shape 16"/>
          <p:cNvSpPr/>
          <p:nvPr/>
        </p:nvSpPr>
        <p:spPr>
          <a:xfrm>
            <a:off x="6217920" y="1417320"/>
            <a:ext cx="5166360" cy="4526280"/>
          </a:xfrm>
          <a:prstGeom prst="roundRect">
            <a:avLst>
              <a:gd name="adj" fmla="val 2020"/>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19" name="Text 17"/>
          <p:cNvSpPr/>
          <p:nvPr/>
        </p:nvSpPr>
        <p:spPr>
          <a:xfrm>
            <a:off x="6492240" y="1664208"/>
            <a:ext cx="2560320" cy="201168"/>
          </a:xfrm>
          <a:prstGeom prst="rect">
            <a:avLst/>
          </a:prstGeom>
          <a:noFill/>
          <a:ln/>
        </p:spPr>
        <p:txBody>
          <a:bodyPr wrap="square" rtlCol="0" anchor="ctr"/>
          <a:lstStyle/>
          <a:p>
            <a:pPr marL="0" indent="0">
              <a:buNone/>
            </a:pPr>
            <a:r>
              <a:rPr lang="en-US" sz="1200" b="1" dirty="0">
                <a:solidFill>
                  <a:srgbClr val="344054"/>
                </a:solidFill>
              </a:rPr>
              <a:t>Save Confirmation &amp; Publish Status</a:t>
            </a:r>
            <a:endParaRPr lang="en-US" sz="1200" dirty="0"/>
          </a:p>
        </p:txBody>
      </p:sp>
      <p:sp>
        <p:nvSpPr>
          <p:cNvPr id="20" name="Shape 18"/>
          <p:cNvSpPr/>
          <p:nvPr/>
        </p:nvSpPr>
        <p:spPr>
          <a:xfrm>
            <a:off x="7269480" y="2194560"/>
            <a:ext cx="2971800" cy="2377440"/>
          </a:xfrm>
          <a:prstGeom prst="roundRect">
            <a:avLst>
              <a:gd name="adj" fmla="val 3077"/>
            </a:avLst>
          </a:prstGeom>
          <a:solidFill>
            <a:srgbClr val="F8FAFC"/>
          </a:solidFill>
          <a:ln w="12700">
            <a:solidFill>
              <a:srgbClr val="D0D5DD"/>
            </a:solidFill>
            <a:prstDash val="solid"/>
          </a:ln>
        </p:spPr>
        <p:txBody>
          <a:bodyPr/>
          <a:lstStyle/>
          <a:p>
            <a:endParaRPr lang="zh-CN" altLang="en-US"/>
          </a:p>
        </p:txBody>
      </p:sp>
      <p:sp>
        <p:nvSpPr>
          <p:cNvPr id="21" name="Shape 19"/>
          <p:cNvSpPr/>
          <p:nvPr/>
        </p:nvSpPr>
        <p:spPr>
          <a:xfrm>
            <a:off x="8458200" y="2487168"/>
            <a:ext cx="594360" cy="594360"/>
          </a:xfrm>
          <a:prstGeom prst="ellipse">
            <a:avLst/>
          </a:prstGeom>
          <a:solidFill>
            <a:srgbClr val="ECFDF3"/>
          </a:solidFill>
          <a:ln w="12700">
            <a:solidFill>
              <a:srgbClr val="ABEFC6"/>
            </a:solidFill>
            <a:prstDash val="solid"/>
          </a:ln>
        </p:spPr>
        <p:txBody>
          <a:bodyPr/>
          <a:lstStyle/>
          <a:p>
            <a:endParaRPr lang="zh-CN" altLang="en-US"/>
          </a:p>
        </p:txBody>
      </p:sp>
      <p:sp>
        <p:nvSpPr>
          <p:cNvPr id="22" name="Text 20"/>
          <p:cNvSpPr/>
          <p:nvPr/>
        </p:nvSpPr>
        <p:spPr>
          <a:xfrm>
            <a:off x="8586216" y="2615184"/>
            <a:ext cx="347472" cy="146304"/>
          </a:xfrm>
          <a:prstGeom prst="rect">
            <a:avLst/>
          </a:prstGeom>
          <a:noFill/>
          <a:ln/>
        </p:spPr>
        <p:txBody>
          <a:bodyPr wrap="square" rtlCol="0" anchor="ctr"/>
          <a:lstStyle/>
          <a:p>
            <a:pPr marL="0" indent="0" algn="ctr">
              <a:buNone/>
            </a:pPr>
            <a:r>
              <a:rPr lang="en-US" sz="1800" b="1" dirty="0">
                <a:solidFill>
                  <a:srgbClr val="12B76A"/>
                </a:solidFill>
              </a:rPr>
              <a:t>✓</a:t>
            </a:r>
            <a:endParaRPr lang="en-US" sz="1800" dirty="0"/>
          </a:p>
        </p:txBody>
      </p:sp>
      <p:sp>
        <p:nvSpPr>
          <p:cNvPr id="23" name="Text 21"/>
          <p:cNvSpPr/>
          <p:nvPr/>
        </p:nvSpPr>
        <p:spPr>
          <a:xfrm>
            <a:off x="7516368" y="3246120"/>
            <a:ext cx="2468880" cy="201168"/>
          </a:xfrm>
          <a:prstGeom prst="rect">
            <a:avLst/>
          </a:prstGeom>
          <a:noFill/>
          <a:ln/>
        </p:spPr>
        <p:txBody>
          <a:bodyPr wrap="square" rtlCol="0" anchor="ctr"/>
          <a:lstStyle/>
          <a:p>
            <a:pPr marL="0" indent="0" algn="ctr">
              <a:buNone/>
            </a:pPr>
            <a:r>
              <a:rPr lang="en-US" sz="1300" b="1" dirty="0">
                <a:solidFill>
                  <a:srgbClr val="101828"/>
                </a:solidFill>
              </a:rPr>
              <a:t>Layout Saved Successfully</a:t>
            </a:r>
            <a:endParaRPr lang="en-US" sz="1300" dirty="0"/>
          </a:p>
        </p:txBody>
      </p:sp>
      <p:sp>
        <p:nvSpPr>
          <p:cNvPr id="24" name="Text 22"/>
          <p:cNvSpPr/>
          <p:nvPr/>
        </p:nvSpPr>
        <p:spPr>
          <a:xfrm>
            <a:off x="7498080" y="3547872"/>
            <a:ext cx="2514600" cy="411480"/>
          </a:xfrm>
          <a:prstGeom prst="rect">
            <a:avLst/>
          </a:prstGeom>
          <a:noFill/>
          <a:ln/>
        </p:spPr>
        <p:txBody>
          <a:bodyPr wrap="square" rtlCol="0" anchor="ctr"/>
          <a:lstStyle/>
          <a:p>
            <a:pPr marL="0" indent="0" algn="ctr">
              <a:buNone/>
            </a:pPr>
            <a:r>
              <a:rPr lang="en-US" sz="1050" dirty="0">
                <a:solidFill>
                  <a:srgbClr val="667085"/>
                </a:solidFill>
              </a:rPr>
              <a:t>The content layout has been saved and is ready for AR display.</a:t>
            </a:r>
            <a:endParaRPr lang="en-US" sz="1050" dirty="0"/>
          </a:p>
        </p:txBody>
      </p:sp>
      <p:sp>
        <p:nvSpPr>
          <p:cNvPr id="25" name="Shape 23"/>
          <p:cNvSpPr/>
          <p:nvPr/>
        </p:nvSpPr>
        <p:spPr>
          <a:xfrm>
            <a:off x="7543800" y="4041648"/>
            <a:ext cx="1143000" cy="292608"/>
          </a:xfrm>
          <a:prstGeom prst="roundRect">
            <a:avLst>
              <a:gd name="adj" fmla="val 12500"/>
            </a:avLst>
          </a:prstGeom>
          <a:solidFill>
            <a:srgbClr val="FFFFFF"/>
          </a:solidFill>
          <a:ln w="12700">
            <a:solidFill>
              <a:srgbClr val="D0D5DD"/>
            </a:solidFill>
            <a:prstDash val="solid"/>
          </a:ln>
        </p:spPr>
        <p:txBody>
          <a:bodyPr/>
          <a:lstStyle/>
          <a:p>
            <a:endParaRPr lang="zh-CN" altLang="en-US"/>
          </a:p>
        </p:txBody>
      </p:sp>
      <p:sp>
        <p:nvSpPr>
          <p:cNvPr id="26" name="Shape 24"/>
          <p:cNvSpPr/>
          <p:nvPr/>
        </p:nvSpPr>
        <p:spPr>
          <a:xfrm>
            <a:off x="8851392" y="4041648"/>
            <a:ext cx="1143000" cy="292608"/>
          </a:xfrm>
          <a:prstGeom prst="roundRect">
            <a:avLst>
              <a:gd name="adj" fmla="val 12500"/>
            </a:avLst>
          </a:prstGeom>
          <a:solidFill>
            <a:srgbClr val="1F3C88"/>
          </a:solidFill>
          <a:ln w="12700">
            <a:solidFill>
              <a:srgbClr val="1F3C88"/>
            </a:solidFill>
            <a:prstDash val="solid"/>
          </a:ln>
        </p:spPr>
        <p:txBody>
          <a:bodyPr/>
          <a:lstStyle/>
          <a:p>
            <a:endParaRPr lang="zh-CN" altLang="en-US"/>
          </a:p>
        </p:txBody>
      </p:sp>
      <p:sp>
        <p:nvSpPr>
          <p:cNvPr id="27" name="Text 25"/>
          <p:cNvSpPr/>
          <p:nvPr/>
        </p:nvSpPr>
        <p:spPr>
          <a:xfrm>
            <a:off x="7543800" y="4133088"/>
            <a:ext cx="1143000" cy="91440"/>
          </a:xfrm>
          <a:prstGeom prst="rect">
            <a:avLst/>
          </a:prstGeom>
          <a:noFill/>
          <a:ln/>
        </p:spPr>
        <p:txBody>
          <a:bodyPr wrap="square" rtlCol="0" anchor="ctr"/>
          <a:lstStyle/>
          <a:p>
            <a:pPr marL="0" indent="0" algn="ctr">
              <a:buNone/>
            </a:pPr>
            <a:r>
              <a:rPr lang="en-US" sz="960" b="1" dirty="0">
                <a:solidFill>
                  <a:srgbClr val="475467"/>
                </a:solidFill>
              </a:rPr>
              <a:t>Back to Home</a:t>
            </a:r>
            <a:endParaRPr lang="en-US" sz="960" dirty="0"/>
          </a:p>
        </p:txBody>
      </p:sp>
      <p:sp>
        <p:nvSpPr>
          <p:cNvPr id="28" name="Text 26"/>
          <p:cNvSpPr/>
          <p:nvPr/>
        </p:nvSpPr>
        <p:spPr>
          <a:xfrm>
            <a:off x="8851392" y="4133088"/>
            <a:ext cx="1143000" cy="91440"/>
          </a:xfrm>
          <a:prstGeom prst="rect">
            <a:avLst/>
          </a:prstGeom>
          <a:noFill/>
          <a:ln/>
        </p:spPr>
        <p:txBody>
          <a:bodyPr wrap="square" rtlCol="0" anchor="ctr"/>
          <a:lstStyle/>
          <a:p>
            <a:pPr marL="0" indent="0" algn="ctr">
              <a:buNone/>
            </a:pPr>
            <a:r>
              <a:rPr lang="en-US" sz="960" b="1" dirty="0">
                <a:solidFill>
                  <a:srgbClr val="FFFFFF"/>
                </a:solidFill>
              </a:rPr>
              <a:t>Continue</a:t>
            </a:r>
            <a:endParaRPr lang="en-US" sz="960" dirty="0"/>
          </a:p>
        </p:txBody>
      </p:sp>
      <p:sp>
        <p:nvSpPr>
          <p:cNvPr id="29"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411480"/>
            <a:ext cx="9875520" cy="411480"/>
          </a:xfrm>
          <a:prstGeom prst="rect">
            <a:avLst/>
          </a:prstGeom>
          <a:noFill/>
          <a:ln/>
        </p:spPr>
        <p:txBody>
          <a:bodyPr wrap="square" rtlCol="0" anchor="ctr"/>
          <a:lstStyle/>
          <a:p>
            <a:pPr marL="0" indent="0">
              <a:buNone/>
            </a:pPr>
            <a:r>
              <a:rPr lang="en-US" sz="2400" b="1" dirty="0">
                <a:solidFill>
                  <a:srgbClr val="101828"/>
                </a:solidFill>
                <a:latin typeface="Aptos Display" pitchFamily="34" charset="0"/>
                <a:ea typeface="Aptos Display" pitchFamily="34" charset="-122"/>
                <a:cs typeface="Aptos Display" pitchFamily="34" charset="-120"/>
              </a:rPr>
              <a:t>Task 3 · High-Fidelity UI</a:t>
            </a:r>
            <a:endParaRPr lang="en-US" sz="2400" dirty="0"/>
          </a:p>
        </p:txBody>
      </p:sp>
      <p:sp>
        <p:nvSpPr>
          <p:cNvPr id="3" name="Text 1"/>
          <p:cNvSpPr/>
          <p:nvPr/>
        </p:nvSpPr>
        <p:spPr>
          <a:xfrm>
            <a:off x="521208" y="868680"/>
            <a:ext cx="10972800" cy="256032"/>
          </a:xfrm>
          <a:prstGeom prst="rect">
            <a:avLst/>
          </a:prstGeom>
          <a:noFill/>
          <a:ln/>
        </p:spPr>
        <p:txBody>
          <a:bodyPr wrap="square" rtlCol="0" anchor="ctr"/>
          <a:lstStyle/>
          <a:p>
            <a:pPr marL="0" indent="0">
              <a:buNone/>
            </a:pPr>
            <a:r>
              <a:rPr lang="en-US" sz="1050" dirty="0">
                <a:solidFill>
                  <a:srgbClr val="475467"/>
                </a:solidFill>
                <a:latin typeface="Aptos" pitchFamily="34" charset="0"/>
                <a:ea typeface="Aptos" pitchFamily="34" charset="-122"/>
                <a:cs typeface="Aptos" pitchFamily="34" charset="-120"/>
              </a:rPr>
              <a:t>Main editing screen visual concept for presentation and prototype direction.</a:t>
            </a:r>
            <a:endParaRPr lang="en-US" sz="1050" dirty="0"/>
          </a:p>
        </p:txBody>
      </p:sp>
      <p:sp>
        <p:nvSpPr>
          <p:cNvPr id="4" name="Shape 2"/>
          <p:cNvSpPr/>
          <p:nvPr/>
        </p:nvSpPr>
        <p:spPr>
          <a:xfrm>
            <a:off x="640080" y="1325880"/>
            <a:ext cx="10972800" cy="4937760"/>
          </a:xfrm>
          <a:prstGeom prst="roundRect">
            <a:avLst>
              <a:gd name="adj" fmla="val 1852"/>
            </a:avLst>
          </a:prstGeom>
          <a:solidFill>
            <a:srgbClr val="FFFFFF"/>
          </a:solidFill>
          <a:ln w="12700">
            <a:solidFill>
              <a:srgbClr val="E4E7EC"/>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5" name="Shape 3"/>
          <p:cNvSpPr/>
          <p:nvPr/>
        </p:nvSpPr>
        <p:spPr>
          <a:xfrm>
            <a:off x="896112" y="1591056"/>
            <a:ext cx="10469880" cy="566928"/>
          </a:xfrm>
          <a:prstGeom prst="roundRect">
            <a:avLst>
              <a:gd name="adj" fmla="val 12903"/>
            </a:avLst>
          </a:prstGeom>
          <a:solidFill>
            <a:srgbClr val="FFFFFF"/>
          </a:solidFill>
          <a:ln w="12700">
            <a:solidFill>
              <a:srgbClr val="EAECF0"/>
            </a:solidFill>
            <a:prstDash val="solid"/>
          </a:ln>
        </p:spPr>
        <p:txBody>
          <a:bodyPr/>
          <a:lstStyle/>
          <a:p>
            <a:endParaRPr lang="zh-CN" altLang="en-US"/>
          </a:p>
        </p:txBody>
      </p:sp>
      <p:sp>
        <p:nvSpPr>
          <p:cNvPr id="6" name="Text 4"/>
          <p:cNvSpPr/>
          <p:nvPr/>
        </p:nvSpPr>
        <p:spPr>
          <a:xfrm>
            <a:off x="1143000" y="1810512"/>
            <a:ext cx="1554480" cy="146304"/>
          </a:xfrm>
          <a:prstGeom prst="rect">
            <a:avLst/>
          </a:prstGeom>
          <a:noFill/>
          <a:ln/>
        </p:spPr>
        <p:txBody>
          <a:bodyPr wrap="square" rtlCol="0" anchor="ctr"/>
          <a:lstStyle/>
          <a:p>
            <a:pPr marL="0" indent="0">
              <a:buNone/>
            </a:pPr>
            <a:r>
              <a:rPr lang="en-US" sz="1300" b="1" dirty="0">
                <a:solidFill>
                  <a:srgbClr val="1F3C88"/>
                </a:solidFill>
              </a:rPr>
              <a:t>IVE AR Authoring Tool</a:t>
            </a:r>
            <a:endParaRPr lang="en-US" sz="1300" dirty="0"/>
          </a:p>
        </p:txBody>
      </p:sp>
      <p:sp>
        <p:nvSpPr>
          <p:cNvPr id="7" name="Text 5"/>
          <p:cNvSpPr/>
          <p:nvPr/>
        </p:nvSpPr>
        <p:spPr>
          <a:xfrm>
            <a:off x="2926080" y="1828800"/>
            <a:ext cx="640080" cy="109728"/>
          </a:xfrm>
          <a:prstGeom prst="rect">
            <a:avLst/>
          </a:prstGeom>
          <a:noFill/>
          <a:ln/>
        </p:spPr>
        <p:txBody>
          <a:bodyPr wrap="square" rtlCol="0" anchor="ctr"/>
          <a:lstStyle/>
          <a:p>
            <a:pPr marL="0" indent="0" algn="ctr">
              <a:buNone/>
            </a:pPr>
            <a:r>
              <a:rPr lang="en-US" sz="1050" dirty="0">
                <a:solidFill>
                  <a:srgbClr val="667085"/>
                </a:solidFill>
              </a:rPr>
              <a:t>Dashboard</a:t>
            </a:r>
            <a:endParaRPr lang="en-US" sz="1050" dirty="0"/>
          </a:p>
        </p:txBody>
      </p:sp>
      <p:sp>
        <p:nvSpPr>
          <p:cNvPr id="8" name="Text 6"/>
          <p:cNvSpPr/>
          <p:nvPr/>
        </p:nvSpPr>
        <p:spPr>
          <a:xfrm>
            <a:off x="3675888" y="1828800"/>
            <a:ext cx="640080" cy="109728"/>
          </a:xfrm>
          <a:prstGeom prst="rect">
            <a:avLst/>
          </a:prstGeom>
          <a:noFill/>
          <a:ln/>
        </p:spPr>
        <p:txBody>
          <a:bodyPr wrap="square" rtlCol="0" anchor="ctr"/>
          <a:lstStyle/>
          <a:p>
            <a:pPr marL="0" indent="0" algn="ctr">
              <a:buNone/>
            </a:pPr>
            <a:r>
              <a:rPr lang="en-US" sz="1050" dirty="0">
                <a:solidFill>
                  <a:srgbClr val="667085"/>
                </a:solidFill>
              </a:rPr>
              <a:t>Library</a:t>
            </a:r>
            <a:endParaRPr lang="en-US" sz="1050" dirty="0"/>
          </a:p>
        </p:txBody>
      </p:sp>
      <p:sp>
        <p:nvSpPr>
          <p:cNvPr id="9" name="Text 7"/>
          <p:cNvSpPr/>
          <p:nvPr/>
        </p:nvSpPr>
        <p:spPr>
          <a:xfrm>
            <a:off x="4425696" y="1828800"/>
            <a:ext cx="640080" cy="109728"/>
          </a:xfrm>
          <a:prstGeom prst="rect">
            <a:avLst/>
          </a:prstGeom>
          <a:noFill/>
          <a:ln/>
        </p:spPr>
        <p:txBody>
          <a:bodyPr wrap="square" rtlCol="0" anchor="ctr"/>
          <a:lstStyle/>
          <a:p>
            <a:pPr marL="0" indent="0" algn="ctr">
              <a:buNone/>
            </a:pPr>
            <a:r>
              <a:rPr lang="en-US" sz="1050" dirty="0">
                <a:solidFill>
                  <a:srgbClr val="667085"/>
                </a:solidFill>
              </a:rPr>
              <a:t>Scenes</a:t>
            </a:r>
            <a:endParaRPr lang="en-US" sz="1050" dirty="0"/>
          </a:p>
        </p:txBody>
      </p:sp>
      <p:sp>
        <p:nvSpPr>
          <p:cNvPr id="10" name="Text 8"/>
          <p:cNvSpPr/>
          <p:nvPr/>
        </p:nvSpPr>
        <p:spPr>
          <a:xfrm>
            <a:off x="5175504" y="1828800"/>
            <a:ext cx="640080" cy="109728"/>
          </a:xfrm>
          <a:prstGeom prst="rect">
            <a:avLst/>
          </a:prstGeom>
          <a:noFill/>
          <a:ln/>
        </p:spPr>
        <p:txBody>
          <a:bodyPr wrap="square" rtlCol="0" anchor="ctr"/>
          <a:lstStyle/>
          <a:p>
            <a:pPr marL="0" indent="0" algn="ctr">
              <a:buNone/>
            </a:pPr>
            <a:r>
              <a:rPr lang="en-US" sz="1050" dirty="0">
                <a:solidFill>
                  <a:srgbClr val="667085"/>
                </a:solidFill>
              </a:rPr>
              <a:t>Help</a:t>
            </a:r>
            <a:endParaRPr lang="en-US" sz="1050" dirty="0"/>
          </a:p>
        </p:txBody>
      </p:sp>
      <p:sp>
        <p:nvSpPr>
          <p:cNvPr id="11" name="Shape 9"/>
          <p:cNvSpPr/>
          <p:nvPr/>
        </p:nvSpPr>
        <p:spPr>
          <a:xfrm>
            <a:off x="9784080" y="1709928"/>
            <a:ext cx="960120" cy="310896"/>
          </a:xfrm>
          <a:prstGeom prst="roundRect">
            <a:avLst>
              <a:gd name="adj" fmla="val 17647"/>
            </a:avLst>
          </a:prstGeom>
          <a:solidFill>
            <a:srgbClr val="1F3C88"/>
          </a:solidFill>
          <a:ln w="12700">
            <a:solidFill>
              <a:srgbClr val="1F3C88"/>
            </a:solidFill>
            <a:prstDash val="solid"/>
          </a:ln>
        </p:spPr>
        <p:txBody>
          <a:bodyPr/>
          <a:lstStyle/>
          <a:p>
            <a:endParaRPr lang="zh-CN" altLang="en-US"/>
          </a:p>
        </p:txBody>
      </p:sp>
      <p:sp>
        <p:nvSpPr>
          <p:cNvPr id="12" name="Text 10"/>
          <p:cNvSpPr/>
          <p:nvPr/>
        </p:nvSpPr>
        <p:spPr>
          <a:xfrm>
            <a:off x="9784080" y="1810512"/>
            <a:ext cx="960120" cy="91440"/>
          </a:xfrm>
          <a:prstGeom prst="rect">
            <a:avLst/>
          </a:prstGeom>
          <a:noFill/>
          <a:ln/>
        </p:spPr>
        <p:txBody>
          <a:bodyPr wrap="square" rtlCol="0" anchor="ctr"/>
          <a:lstStyle/>
          <a:p>
            <a:pPr marL="0" indent="0" algn="ctr">
              <a:buNone/>
            </a:pPr>
            <a:r>
              <a:rPr lang="en-US" sz="1080" b="1" dirty="0">
                <a:solidFill>
                  <a:srgbClr val="FFFFFF"/>
                </a:solidFill>
              </a:rPr>
              <a:t>Publish</a:t>
            </a:r>
            <a:endParaRPr lang="en-US" sz="1080" dirty="0"/>
          </a:p>
        </p:txBody>
      </p:sp>
      <p:sp>
        <p:nvSpPr>
          <p:cNvPr id="13" name="Shape 11"/>
          <p:cNvSpPr/>
          <p:nvPr/>
        </p:nvSpPr>
        <p:spPr>
          <a:xfrm>
            <a:off x="960120" y="2359152"/>
            <a:ext cx="2011680" cy="3520440"/>
          </a:xfrm>
          <a:prstGeom prst="roundRect">
            <a:avLst>
              <a:gd name="adj" fmla="val 3636"/>
            </a:avLst>
          </a:prstGeom>
          <a:solidFill>
            <a:srgbClr val="FBFCFE"/>
          </a:solidFill>
          <a:ln w="12700">
            <a:solidFill>
              <a:srgbClr val="EAECF0"/>
            </a:solidFill>
            <a:prstDash val="solid"/>
          </a:ln>
        </p:spPr>
        <p:txBody>
          <a:bodyPr/>
          <a:lstStyle/>
          <a:p>
            <a:endParaRPr lang="zh-CN" altLang="en-US"/>
          </a:p>
        </p:txBody>
      </p:sp>
      <p:sp>
        <p:nvSpPr>
          <p:cNvPr id="14" name="Text 12"/>
          <p:cNvSpPr/>
          <p:nvPr/>
        </p:nvSpPr>
        <p:spPr>
          <a:xfrm>
            <a:off x="1188720" y="2615184"/>
            <a:ext cx="1371600" cy="164592"/>
          </a:xfrm>
          <a:prstGeom prst="rect">
            <a:avLst/>
          </a:prstGeom>
          <a:noFill/>
          <a:ln/>
        </p:spPr>
        <p:txBody>
          <a:bodyPr wrap="square" rtlCol="0" anchor="ctr"/>
          <a:lstStyle/>
          <a:p>
            <a:pPr marL="0" indent="0">
              <a:buNone/>
            </a:pPr>
            <a:r>
              <a:rPr lang="en-US" sz="1200" b="1" dirty="0">
                <a:solidFill>
                  <a:srgbClr val="101828"/>
                </a:solidFill>
              </a:rPr>
              <a:t>Content Library</a:t>
            </a:r>
            <a:endParaRPr lang="en-US" sz="1200" dirty="0"/>
          </a:p>
        </p:txBody>
      </p:sp>
      <p:sp>
        <p:nvSpPr>
          <p:cNvPr id="15" name="Shape 13"/>
          <p:cNvSpPr/>
          <p:nvPr/>
        </p:nvSpPr>
        <p:spPr>
          <a:xfrm>
            <a:off x="1170432" y="2944368"/>
            <a:ext cx="1600200" cy="310896"/>
          </a:xfrm>
          <a:prstGeom prst="roundRect">
            <a:avLst>
              <a:gd name="adj" fmla="val 14706"/>
            </a:avLst>
          </a:prstGeom>
          <a:solidFill>
            <a:srgbClr val="FFFFFF"/>
          </a:solidFill>
          <a:ln w="12700">
            <a:solidFill>
              <a:srgbClr val="EAECF0"/>
            </a:solidFill>
            <a:prstDash val="solid"/>
          </a:ln>
        </p:spPr>
        <p:txBody>
          <a:bodyPr/>
          <a:lstStyle/>
          <a:p>
            <a:endParaRPr lang="zh-CN" altLang="en-US"/>
          </a:p>
        </p:txBody>
      </p:sp>
      <p:sp>
        <p:nvSpPr>
          <p:cNvPr id="16" name="Text 14"/>
          <p:cNvSpPr/>
          <p:nvPr/>
        </p:nvSpPr>
        <p:spPr>
          <a:xfrm>
            <a:off x="1298448" y="3044952"/>
            <a:ext cx="1344168" cy="91440"/>
          </a:xfrm>
          <a:prstGeom prst="rect">
            <a:avLst/>
          </a:prstGeom>
          <a:noFill/>
          <a:ln/>
        </p:spPr>
        <p:txBody>
          <a:bodyPr wrap="square" rtlCol="0" anchor="ctr"/>
          <a:lstStyle/>
          <a:p>
            <a:pPr marL="0" indent="0">
              <a:buNone/>
            </a:pPr>
            <a:r>
              <a:rPr lang="en-US" sz="1040" dirty="0">
                <a:solidFill>
                  <a:srgbClr val="475467"/>
                </a:solidFill>
              </a:rPr>
              <a:t>Recent uploads</a:t>
            </a:r>
            <a:endParaRPr lang="en-US" sz="1040" dirty="0"/>
          </a:p>
        </p:txBody>
      </p:sp>
      <p:sp>
        <p:nvSpPr>
          <p:cNvPr id="17" name="Shape 15"/>
          <p:cNvSpPr/>
          <p:nvPr/>
        </p:nvSpPr>
        <p:spPr>
          <a:xfrm>
            <a:off x="1170432" y="3419856"/>
            <a:ext cx="1600200" cy="310896"/>
          </a:xfrm>
          <a:prstGeom prst="roundRect">
            <a:avLst>
              <a:gd name="adj" fmla="val 14706"/>
            </a:avLst>
          </a:prstGeom>
          <a:solidFill>
            <a:srgbClr val="EEF4FF"/>
          </a:solidFill>
          <a:ln w="12700">
            <a:solidFill>
              <a:srgbClr val="B2CCFF"/>
            </a:solidFill>
            <a:prstDash val="solid"/>
          </a:ln>
        </p:spPr>
        <p:txBody>
          <a:bodyPr/>
          <a:lstStyle/>
          <a:p>
            <a:endParaRPr lang="zh-CN" altLang="en-US"/>
          </a:p>
        </p:txBody>
      </p:sp>
      <p:sp>
        <p:nvSpPr>
          <p:cNvPr id="18" name="Text 16"/>
          <p:cNvSpPr/>
          <p:nvPr/>
        </p:nvSpPr>
        <p:spPr>
          <a:xfrm>
            <a:off x="1298448" y="3520440"/>
            <a:ext cx="1344168" cy="91440"/>
          </a:xfrm>
          <a:prstGeom prst="rect">
            <a:avLst/>
          </a:prstGeom>
          <a:noFill/>
          <a:ln/>
        </p:spPr>
        <p:txBody>
          <a:bodyPr wrap="square" rtlCol="0" anchor="ctr"/>
          <a:lstStyle/>
          <a:p>
            <a:pPr marL="0" indent="0">
              <a:buNone/>
            </a:pPr>
            <a:r>
              <a:rPr lang="en-US" sz="1040" dirty="0">
                <a:solidFill>
                  <a:srgbClr val="1F3C88"/>
                </a:solidFill>
              </a:rPr>
              <a:t>Posters</a:t>
            </a:r>
            <a:endParaRPr lang="en-US" sz="1040" dirty="0"/>
          </a:p>
        </p:txBody>
      </p:sp>
      <p:sp>
        <p:nvSpPr>
          <p:cNvPr id="19" name="Shape 17"/>
          <p:cNvSpPr/>
          <p:nvPr/>
        </p:nvSpPr>
        <p:spPr>
          <a:xfrm>
            <a:off x="1170432" y="3895344"/>
            <a:ext cx="1600200" cy="310896"/>
          </a:xfrm>
          <a:prstGeom prst="roundRect">
            <a:avLst>
              <a:gd name="adj" fmla="val 14706"/>
            </a:avLst>
          </a:prstGeom>
          <a:solidFill>
            <a:srgbClr val="FFFFFF"/>
          </a:solidFill>
          <a:ln w="12700">
            <a:solidFill>
              <a:srgbClr val="EAECF0"/>
            </a:solidFill>
            <a:prstDash val="solid"/>
          </a:ln>
        </p:spPr>
        <p:txBody>
          <a:bodyPr/>
          <a:lstStyle/>
          <a:p>
            <a:endParaRPr lang="zh-CN" altLang="en-US"/>
          </a:p>
        </p:txBody>
      </p:sp>
      <p:sp>
        <p:nvSpPr>
          <p:cNvPr id="20" name="Text 18"/>
          <p:cNvSpPr/>
          <p:nvPr/>
        </p:nvSpPr>
        <p:spPr>
          <a:xfrm>
            <a:off x="1298448" y="3995928"/>
            <a:ext cx="1344168" cy="91440"/>
          </a:xfrm>
          <a:prstGeom prst="rect">
            <a:avLst/>
          </a:prstGeom>
          <a:noFill/>
          <a:ln/>
        </p:spPr>
        <p:txBody>
          <a:bodyPr wrap="square" rtlCol="0" anchor="ctr"/>
          <a:lstStyle/>
          <a:p>
            <a:pPr marL="0" indent="0">
              <a:buNone/>
            </a:pPr>
            <a:r>
              <a:rPr lang="en-US" sz="1040" dirty="0">
                <a:solidFill>
                  <a:srgbClr val="475467"/>
                </a:solidFill>
              </a:rPr>
              <a:t>Images</a:t>
            </a:r>
            <a:endParaRPr lang="en-US" sz="1040" dirty="0"/>
          </a:p>
        </p:txBody>
      </p:sp>
      <p:sp>
        <p:nvSpPr>
          <p:cNvPr id="21" name="Shape 19"/>
          <p:cNvSpPr/>
          <p:nvPr/>
        </p:nvSpPr>
        <p:spPr>
          <a:xfrm>
            <a:off x="1170432" y="4370832"/>
            <a:ext cx="1600200" cy="310896"/>
          </a:xfrm>
          <a:prstGeom prst="roundRect">
            <a:avLst>
              <a:gd name="adj" fmla="val 14706"/>
            </a:avLst>
          </a:prstGeom>
          <a:solidFill>
            <a:srgbClr val="FFFFFF"/>
          </a:solidFill>
          <a:ln w="12700">
            <a:solidFill>
              <a:srgbClr val="EAECF0"/>
            </a:solidFill>
            <a:prstDash val="solid"/>
          </a:ln>
        </p:spPr>
        <p:txBody>
          <a:bodyPr/>
          <a:lstStyle/>
          <a:p>
            <a:endParaRPr lang="zh-CN" altLang="en-US"/>
          </a:p>
        </p:txBody>
      </p:sp>
      <p:sp>
        <p:nvSpPr>
          <p:cNvPr id="22" name="Text 20"/>
          <p:cNvSpPr/>
          <p:nvPr/>
        </p:nvSpPr>
        <p:spPr>
          <a:xfrm>
            <a:off x="1298448" y="4471416"/>
            <a:ext cx="1344168" cy="91440"/>
          </a:xfrm>
          <a:prstGeom prst="rect">
            <a:avLst/>
          </a:prstGeom>
          <a:noFill/>
          <a:ln/>
        </p:spPr>
        <p:txBody>
          <a:bodyPr wrap="square" rtlCol="0" anchor="ctr"/>
          <a:lstStyle/>
          <a:p>
            <a:pPr marL="0" indent="0">
              <a:buNone/>
            </a:pPr>
            <a:r>
              <a:rPr lang="en-US" sz="1040" dirty="0">
                <a:solidFill>
                  <a:srgbClr val="475467"/>
                </a:solidFill>
              </a:rPr>
              <a:t>Text snippets</a:t>
            </a:r>
            <a:endParaRPr lang="en-US" sz="1040" dirty="0"/>
          </a:p>
        </p:txBody>
      </p:sp>
      <p:sp>
        <p:nvSpPr>
          <p:cNvPr id="23" name="Shape 21"/>
          <p:cNvSpPr/>
          <p:nvPr/>
        </p:nvSpPr>
        <p:spPr>
          <a:xfrm>
            <a:off x="1170432" y="4846320"/>
            <a:ext cx="1600200" cy="310896"/>
          </a:xfrm>
          <a:prstGeom prst="roundRect">
            <a:avLst>
              <a:gd name="adj" fmla="val 14706"/>
            </a:avLst>
          </a:prstGeom>
          <a:solidFill>
            <a:srgbClr val="FFFFFF"/>
          </a:solidFill>
          <a:ln w="12700">
            <a:solidFill>
              <a:srgbClr val="EAECF0"/>
            </a:solidFill>
            <a:prstDash val="solid"/>
          </a:ln>
        </p:spPr>
        <p:txBody>
          <a:bodyPr/>
          <a:lstStyle/>
          <a:p>
            <a:endParaRPr lang="zh-CN" altLang="en-US"/>
          </a:p>
        </p:txBody>
      </p:sp>
      <p:sp>
        <p:nvSpPr>
          <p:cNvPr id="24" name="Text 22"/>
          <p:cNvSpPr/>
          <p:nvPr/>
        </p:nvSpPr>
        <p:spPr>
          <a:xfrm>
            <a:off x="1298448" y="4946904"/>
            <a:ext cx="1344168" cy="91440"/>
          </a:xfrm>
          <a:prstGeom prst="rect">
            <a:avLst/>
          </a:prstGeom>
          <a:noFill/>
          <a:ln/>
        </p:spPr>
        <p:txBody>
          <a:bodyPr wrap="square" rtlCol="0" anchor="ctr"/>
          <a:lstStyle/>
          <a:p>
            <a:pPr marL="0" indent="0">
              <a:buNone/>
            </a:pPr>
            <a:r>
              <a:rPr lang="en-US" sz="1040" dirty="0">
                <a:solidFill>
                  <a:srgbClr val="475467"/>
                </a:solidFill>
              </a:rPr>
              <a:t>Video</a:t>
            </a:r>
            <a:endParaRPr lang="en-US" sz="1040" dirty="0"/>
          </a:p>
        </p:txBody>
      </p:sp>
      <p:sp>
        <p:nvSpPr>
          <p:cNvPr id="25" name="Shape 23"/>
          <p:cNvSpPr/>
          <p:nvPr/>
        </p:nvSpPr>
        <p:spPr>
          <a:xfrm>
            <a:off x="3154680" y="2359152"/>
            <a:ext cx="5074920" cy="3520440"/>
          </a:xfrm>
          <a:prstGeom prst="roundRect">
            <a:avLst>
              <a:gd name="adj" fmla="val 2078"/>
            </a:avLst>
          </a:prstGeom>
          <a:solidFill>
            <a:srgbClr val="F8FAFC"/>
          </a:solidFill>
          <a:ln w="12700">
            <a:solidFill>
              <a:srgbClr val="EAECF0"/>
            </a:solidFill>
            <a:prstDash val="solid"/>
          </a:ln>
        </p:spPr>
        <p:txBody>
          <a:bodyPr/>
          <a:lstStyle/>
          <a:p>
            <a:endParaRPr lang="zh-CN" altLang="en-US"/>
          </a:p>
        </p:txBody>
      </p:sp>
      <p:sp>
        <p:nvSpPr>
          <p:cNvPr id="26" name="Text 24"/>
          <p:cNvSpPr/>
          <p:nvPr/>
        </p:nvSpPr>
        <p:spPr>
          <a:xfrm>
            <a:off x="5212080" y="2615184"/>
            <a:ext cx="1188720" cy="164592"/>
          </a:xfrm>
          <a:prstGeom prst="rect">
            <a:avLst/>
          </a:prstGeom>
          <a:noFill/>
          <a:ln/>
        </p:spPr>
        <p:txBody>
          <a:bodyPr wrap="square" rtlCol="0" anchor="ctr"/>
          <a:lstStyle/>
          <a:p>
            <a:pPr marL="0" indent="0" algn="ctr">
              <a:buNone/>
            </a:pPr>
            <a:r>
              <a:rPr lang="en-US" sz="1200" b="1" dirty="0">
                <a:solidFill>
                  <a:srgbClr val="101828"/>
                </a:solidFill>
              </a:rPr>
              <a:t>Hallway Preview</a:t>
            </a:r>
            <a:endParaRPr lang="en-US" sz="1200" dirty="0"/>
          </a:p>
        </p:txBody>
      </p:sp>
      <p:sp>
        <p:nvSpPr>
          <p:cNvPr id="27" name="Shape 25"/>
          <p:cNvSpPr/>
          <p:nvPr/>
        </p:nvSpPr>
        <p:spPr>
          <a:xfrm>
            <a:off x="3657600" y="2907792"/>
            <a:ext cx="4069080" cy="2331720"/>
          </a:xfrm>
          <a:prstGeom prst="rect">
            <a:avLst/>
          </a:prstGeom>
          <a:solidFill>
            <a:srgbClr val="EDEFF3"/>
          </a:solidFill>
          <a:ln w="12700">
            <a:solidFill>
              <a:srgbClr val="D5D9E1"/>
            </a:solidFill>
            <a:prstDash val="solid"/>
          </a:ln>
        </p:spPr>
        <p:txBody>
          <a:bodyPr/>
          <a:lstStyle/>
          <a:p>
            <a:endParaRPr lang="zh-CN" altLang="en-US"/>
          </a:p>
        </p:txBody>
      </p:sp>
      <p:sp>
        <p:nvSpPr>
          <p:cNvPr id="28" name="Shape 26"/>
          <p:cNvSpPr/>
          <p:nvPr/>
        </p:nvSpPr>
        <p:spPr>
          <a:xfrm>
            <a:off x="5029200" y="2907792"/>
            <a:ext cx="0" cy="2331720"/>
          </a:xfrm>
          <a:prstGeom prst="line">
            <a:avLst/>
          </a:prstGeom>
          <a:noFill/>
          <a:ln w="12700">
            <a:solidFill>
              <a:srgbClr val="D5D9E1"/>
            </a:solidFill>
            <a:prstDash val="solid"/>
          </a:ln>
        </p:spPr>
        <p:txBody>
          <a:bodyPr/>
          <a:lstStyle/>
          <a:p>
            <a:endParaRPr lang="zh-CN" altLang="en-US"/>
          </a:p>
        </p:txBody>
      </p:sp>
      <p:sp>
        <p:nvSpPr>
          <p:cNvPr id="29" name="Shape 27"/>
          <p:cNvSpPr/>
          <p:nvPr/>
        </p:nvSpPr>
        <p:spPr>
          <a:xfrm>
            <a:off x="6400800" y="2907792"/>
            <a:ext cx="0" cy="2331720"/>
          </a:xfrm>
          <a:prstGeom prst="line">
            <a:avLst/>
          </a:prstGeom>
          <a:noFill/>
          <a:ln w="12700">
            <a:solidFill>
              <a:srgbClr val="D5D9E1"/>
            </a:solidFill>
            <a:prstDash val="solid"/>
          </a:ln>
        </p:spPr>
        <p:txBody>
          <a:bodyPr/>
          <a:lstStyle/>
          <a:p>
            <a:endParaRPr lang="zh-CN" altLang="en-US"/>
          </a:p>
        </p:txBody>
      </p:sp>
      <p:sp>
        <p:nvSpPr>
          <p:cNvPr id="30" name="Shape 28"/>
          <p:cNvSpPr/>
          <p:nvPr/>
        </p:nvSpPr>
        <p:spPr>
          <a:xfrm>
            <a:off x="3657600" y="4096512"/>
            <a:ext cx="4069080" cy="0"/>
          </a:xfrm>
          <a:prstGeom prst="line">
            <a:avLst/>
          </a:prstGeom>
          <a:noFill/>
          <a:ln w="12700">
            <a:solidFill>
              <a:srgbClr val="D5D9E1"/>
            </a:solidFill>
            <a:prstDash val="solid"/>
          </a:ln>
        </p:spPr>
        <p:txBody>
          <a:bodyPr/>
          <a:lstStyle/>
          <a:p>
            <a:endParaRPr lang="zh-CN" altLang="en-US"/>
          </a:p>
        </p:txBody>
      </p:sp>
      <p:sp>
        <p:nvSpPr>
          <p:cNvPr id="31" name="Shape 29"/>
          <p:cNvSpPr/>
          <p:nvPr/>
        </p:nvSpPr>
        <p:spPr>
          <a:xfrm>
            <a:off x="5806440" y="3611880"/>
            <a:ext cx="685800" cy="502920"/>
          </a:xfrm>
          <a:prstGeom prst="rect">
            <a:avLst/>
          </a:prstGeom>
          <a:solidFill>
            <a:srgbClr val="F79009"/>
          </a:solidFill>
          <a:ln w="12700">
            <a:solidFill>
              <a:srgbClr val="F79009"/>
            </a:solidFill>
            <a:prstDash val="solid"/>
          </a:ln>
          <a:effectLst>
            <a:outerShdw blurRad="12700" dist="12700" dir="2700000" algn="bl" rotWithShape="0">
              <a:srgbClr val="000000">
                <a:alpha val="8000"/>
              </a:srgbClr>
            </a:outerShdw>
          </a:effectLst>
        </p:spPr>
        <p:txBody>
          <a:bodyPr/>
          <a:lstStyle/>
          <a:p>
            <a:endParaRPr lang="zh-CN" altLang="en-US"/>
          </a:p>
        </p:txBody>
      </p:sp>
      <p:sp>
        <p:nvSpPr>
          <p:cNvPr id="32" name="Text 30"/>
          <p:cNvSpPr/>
          <p:nvPr/>
        </p:nvSpPr>
        <p:spPr>
          <a:xfrm>
            <a:off x="5486400" y="4251960"/>
            <a:ext cx="1325880" cy="109728"/>
          </a:xfrm>
          <a:prstGeom prst="rect">
            <a:avLst/>
          </a:prstGeom>
          <a:noFill/>
          <a:ln/>
        </p:spPr>
        <p:txBody>
          <a:bodyPr wrap="square" rtlCol="0" anchor="ctr"/>
          <a:lstStyle/>
          <a:p>
            <a:pPr marL="0" indent="0" algn="ctr">
              <a:buNone/>
            </a:pPr>
            <a:r>
              <a:rPr lang="en-US" sz="1000" dirty="0">
                <a:solidFill>
                  <a:srgbClr val="344054"/>
                </a:solidFill>
              </a:rPr>
              <a:t>Selected poster</a:t>
            </a:r>
            <a:endParaRPr lang="en-US" sz="1000" dirty="0"/>
          </a:p>
        </p:txBody>
      </p:sp>
      <p:sp>
        <p:nvSpPr>
          <p:cNvPr id="33" name="Shape 31"/>
          <p:cNvSpPr/>
          <p:nvPr/>
        </p:nvSpPr>
        <p:spPr>
          <a:xfrm>
            <a:off x="8412480" y="2359152"/>
            <a:ext cx="2743200" cy="3520440"/>
          </a:xfrm>
          <a:prstGeom prst="roundRect">
            <a:avLst>
              <a:gd name="adj" fmla="val 2667"/>
            </a:avLst>
          </a:prstGeom>
          <a:solidFill>
            <a:srgbClr val="FBFCFE"/>
          </a:solidFill>
          <a:ln w="12700">
            <a:solidFill>
              <a:srgbClr val="EAECF0"/>
            </a:solidFill>
            <a:prstDash val="solid"/>
          </a:ln>
        </p:spPr>
        <p:txBody>
          <a:bodyPr/>
          <a:lstStyle/>
          <a:p>
            <a:endParaRPr lang="zh-CN" altLang="en-US"/>
          </a:p>
        </p:txBody>
      </p:sp>
      <p:sp>
        <p:nvSpPr>
          <p:cNvPr id="34" name="Text 32"/>
          <p:cNvSpPr/>
          <p:nvPr/>
        </p:nvSpPr>
        <p:spPr>
          <a:xfrm>
            <a:off x="8659368" y="2615184"/>
            <a:ext cx="914400" cy="164592"/>
          </a:xfrm>
          <a:prstGeom prst="rect">
            <a:avLst/>
          </a:prstGeom>
          <a:noFill/>
          <a:ln/>
        </p:spPr>
        <p:txBody>
          <a:bodyPr wrap="square" rtlCol="0" anchor="ctr"/>
          <a:lstStyle/>
          <a:p>
            <a:pPr marL="0" indent="0">
              <a:buNone/>
            </a:pPr>
            <a:r>
              <a:rPr lang="en-US" sz="1200" b="1" dirty="0">
                <a:solidFill>
                  <a:srgbClr val="101828"/>
                </a:solidFill>
              </a:rPr>
              <a:t>Properties</a:t>
            </a:r>
            <a:endParaRPr lang="en-US" sz="1200" dirty="0"/>
          </a:p>
        </p:txBody>
      </p:sp>
      <p:sp>
        <p:nvSpPr>
          <p:cNvPr id="35" name="Text 33"/>
          <p:cNvSpPr/>
          <p:nvPr/>
        </p:nvSpPr>
        <p:spPr>
          <a:xfrm>
            <a:off x="8659368" y="2962656"/>
            <a:ext cx="1280160" cy="109728"/>
          </a:xfrm>
          <a:prstGeom prst="rect">
            <a:avLst/>
          </a:prstGeom>
          <a:noFill/>
          <a:ln/>
        </p:spPr>
        <p:txBody>
          <a:bodyPr wrap="square" rtlCol="0" anchor="ctr"/>
          <a:lstStyle/>
          <a:p>
            <a:pPr marL="0" indent="0">
              <a:buNone/>
            </a:pPr>
            <a:r>
              <a:rPr lang="en-US" sz="1020" b="1" dirty="0">
                <a:solidFill>
                  <a:srgbClr val="344054"/>
                </a:solidFill>
              </a:rPr>
              <a:t>Position X / Y / Z</a:t>
            </a:r>
            <a:endParaRPr lang="en-US" sz="1020" dirty="0"/>
          </a:p>
        </p:txBody>
      </p:sp>
      <p:sp>
        <p:nvSpPr>
          <p:cNvPr id="36" name="Shape 34"/>
          <p:cNvSpPr/>
          <p:nvPr/>
        </p:nvSpPr>
        <p:spPr>
          <a:xfrm>
            <a:off x="9646920" y="2916936"/>
            <a:ext cx="123444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37" name="Text 35"/>
          <p:cNvSpPr/>
          <p:nvPr/>
        </p:nvSpPr>
        <p:spPr>
          <a:xfrm>
            <a:off x="8659368" y="3474720"/>
            <a:ext cx="1280160" cy="109728"/>
          </a:xfrm>
          <a:prstGeom prst="rect">
            <a:avLst/>
          </a:prstGeom>
          <a:noFill/>
          <a:ln/>
        </p:spPr>
        <p:txBody>
          <a:bodyPr wrap="square" rtlCol="0" anchor="ctr"/>
          <a:lstStyle/>
          <a:p>
            <a:pPr marL="0" indent="0">
              <a:buNone/>
            </a:pPr>
            <a:r>
              <a:rPr lang="en-US" sz="1020" b="1" dirty="0">
                <a:solidFill>
                  <a:srgbClr val="344054"/>
                </a:solidFill>
              </a:rPr>
              <a:t>Scale</a:t>
            </a:r>
            <a:endParaRPr lang="en-US" sz="1020" dirty="0"/>
          </a:p>
        </p:txBody>
      </p:sp>
      <p:sp>
        <p:nvSpPr>
          <p:cNvPr id="38" name="Shape 36"/>
          <p:cNvSpPr/>
          <p:nvPr/>
        </p:nvSpPr>
        <p:spPr>
          <a:xfrm>
            <a:off x="9646920" y="3429000"/>
            <a:ext cx="123444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39" name="Text 37"/>
          <p:cNvSpPr/>
          <p:nvPr/>
        </p:nvSpPr>
        <p:spPr>
          <a:xfrm>
            <a:off x="8659368" y="3986784"/>
            <a:ext cx="1280160" cy="109728"/>
          </a:xfrm>
          <a:prstGeom prst="rect">
            <a:avLst/>
          </a:prstGeom>
          <a:noFill/>
          <a:ln/>
        </p:spPr>
        <p:txBody>
          <a:bodyPr wrap="square" rtlCol="0" anchor="ctr"/>
          <a:lstStyle/>
          <a:p>
            <a:pPr marL="0" indent="0">
              <a:buNone/>
            </a:pPr>
            <a:r>
              <a:rPr lang="en-US" sz="1020" b="1" dirty="0">
                <a:solidFill>
                  <a:srgbClr val="344054"/>
                </a:solidFill>
              </a:rPr>
              <a:t>Rotation</a:t>
            </a:r>
            <a:endParaRPr lang="en-US" sz="1020" dirty="0"/>
          </a:p>
        </p:txBody>
      </p:sp>
      <p:sp>
        <p:nvSpPr>
          <p:cNvPr id="40" name="Shape 38"/>
          <p:cNvSpPr/>
          <p:nvPr/>
        </p:nvSpPr>
        <p:spPr>
          <a:xfrm>
            <a:off x="9646920" y="3941064"/>
            <a:ext cx="123444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41" name="Text 39"/>
          <p:cNvSpPr/>
          <p:nvPr/>
        </p:nvSpPr>
        <p:spPr>
          <a:xfrm>
            <a:off x="8659368" y="4498848"/>
            <a:ext cx="1280160" cy="109728"/>
          </a:xfrm>
          <a:prstGeom prst="rect">
            <a:avLst/>
          </a:prstGeom>
          <a:noFill/>
          <a:ln/>
        </p:spPr>
        <p:txBody>
          <a:bodyPr wrap="square" rtlCol="0" anchor="ctr"/>
          <a:lstStyle/>
          <a:p>
            <a:pPr marL="0" indent="0">
              <a:buNone/>
            </a:pPr>
            <a:r>
              <a:rPr lang="en-US" sz="1020" b="1" dirty="0">
                <a:solidFill>
                  <a:srgbClr val="344054"/>
                </a:solidFill>
              </a:rPr>
              <a:t>Content Type</a:t>
            </a:r>
            <a:endParaRPr lang="en-US" sz="1020" dirty="0"/>
          </a:p>
        </p:txBody>
      </p:sp>
      <p:sp>
        <p:nvSpPr>
          <p:cNvPr id="42" name="Shape 40"/>
          <p:cNvSpPr/>
          <p:nvPr/>
        </p:nvSpPr>
        <p:spPr>
          <a:xfrm>
            <a:off x="9646920" y="4453128"/>
            <a:ext cx="123444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43" name="Text 41"/>
          <p:cNvSpPr/>
          <p:nvPr/>
        </p:nvSpPr>
        <p:spPr>
          <a:xfrm>
            <a:off x="8659368" y="5010912"/>
            <a:ext cx="1280160" cy="109728"/>
          </a:xfrm>
          <a:prstGeom prst="rect">
            <a:avLst/>
          </a:prstGeom>
          <a:noFill/>
          <a:ln/>
        </p:spPr>
        <p:txBody>
          <a:bodyPr wrap="square" rtlCol="0" anchor="ctr"/>
          <a:lstStyle/>
          <a:p>
            <a:pPr marL="0" indent="0">
              <a:buNone/>
            </a:pPr>
            <a:r>
              <a:rPr lang="en-US" sz="1020" b="1" dirty="0">
                <a:solidFill>
                  <a:srgbClr val="344054"/>
                </a:solidFill>
              </a:rPr>
              <a:t>Visibility</a:t>
            </a:r>
            <a:endParaRPr lang="en-US" sz="1020" dirty="0"/>
          </a:p>
        </p:txBody>
      </p:sp>
      <p:sp>
        <p:nvSpPr>
          <p:cNvPr id="44" name="Shape 42"/>
          <p:cNvSpPr/>
          <p:nvPr/>
        </p:nvSpPr>
        <p:spPr>
          <a:xfrm>
            <a:off x="9646920" y="4965192"/>
            <a:ext cx="1234440" cy="256032"/>
          </a:xfrm>
          <a:prstGeom prst="roundRect">
            <a:avLst>
              <a:gd name="adj" fmla="val 14286"/>
            </a:avLst>
          </a:prstGeom>
          <a:solidFill>
            <a:srgbClr val="FFFFFF"/>
          </a:solidFill>
          <a:ln w="12700">
            <a:solidFill>
              <a:srgbClr val="D0D5DD"/>
            </a:solidFill>
            <a:prstDash val="solid"/>
          </a:ln>
        </p:spPr>
        <p:txBody>
          <a:bodyPr/>
          <a:lstStyle/>
          <a:p>
            <a:endParaRPr lang="zh-CN" altLang="en-US"/>
          </a:p>
        </p:txBody>
      </p:sp>
      <p:sp>
        <p:nvSpPr>
          <p:cNvPr id="45" name="Shape 43"/>
          <p:cNvSpPr/>
          <p:nvPr/>
        </p:nvSpPr>
        <p:spPr>
          <a:xfrm>
            <a:off x="8686800" y="5285232"/>
            <a:ext cx="2148840" cy="310896"/>
          </a:xfrm>
          <a:prstGeom prst="roundRect">
            <a:avLst>
              <a:gd name="adj" fmla="val 14706"/>
            </a:avLst>
          </a:prstGeom>
          <a:solidFill>
            <a:srgbClr val="EEF4FF"/>
          </a:solidFill>
          <a:ln w="12700">
            <a:solidFill>
              <a:srgbClr val="B2CCFF"/>
            </a:solidFill>
            <a:prstDash val="solid"/>
          </a:ln>
        </p:spPr>
        <p:txBody>
          <a:bodyPr/>
          <a:lstStyle/>
          <a:p>
            <a:endParaRPr lang="zh-CN" altLang="en-US"/>
          </a:p>
        </p:txBody>
      </p:sp>
      <p:sp>
        <p:nvSpPr>
          <p:cNvPr id="46" name="Text 44"/>
          <p:cNvSpPr/>
          <p:nvPr/>
        </p:nvSpPr>
        <p:spPr>
          <a:xfrm>
            <a:off x="8686800" y="5385816"/>
            <a:ext cx="2148840" cy="91440"/>
          </a:xfrm>
          <a:prstGeom prst="rect">
            <a:avLst/>
          </a:prstGeom>
          <a:noFill/>
          <a:ln/>
        </p:spPr>
        <p:txBody>
          <a:bodyPr wrap="square" rtlCol="0" anchor="ctr"/>
          <a:lstStyle/>
          <a:p>
            <a:pPr marL="0" indent="0" algn="ctr">
              <a:buNone/>
            </a:pPr>
            <a:r>
              <a:rPr lang="en-US" sz="1080" b="1" dirty="0">
                <a:solidFill>
                  <a:srgbClr val="1F3C88"/>
                </a:solidFill>
              </a:rPr>
              <a:t>Save Draft</a:t>
            </a:r>
            <a:endParaRPr lang="en-US" sz="1080" dirty="0"/>
          </a:p>
        </p:txBody>
      </p:sp>
      <p:sp>
        <p:nvSpPr>
          <p:cNvPr id="47"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411480"/>
            <a:ext cx="9875520" cy="411480"/>
          </a:xfrm>
          <a:prstGeom prst="rect">
            <a:avLst/>
          </a:prstGeom>
          <a:noFill/>
          <a:ln/>
        </p:spPr>
        <p:txBody>
          <a:bodyPr wrap="square" rtlCol="0" anchor="ctr"/>
          <a:lstStyle/>
          <a:p>
            <a:pPr marL="0" indent="0">
              <a:buNone/>
            </a:pPr>
            <a:r>
              <a:rPr lang="en-US" sz="2400" b="1" dirty="0">
                <a:solidFill>
                  <a:srgbClr val="101828"/>
                </a:solidFill>
                <a:latin typeface="Aptos Display" pitchFamily="34" charset="0"/>
                <a:ea typeface="Aptos Display" pitchFamily="34" charset="-122"/>
                <a:cs typeface="Aptos Display" pitchFamily="34" charset="-120"/>
              </a:rPr>
              <a:t>Task 3 · High-Fidelity Support Screen</a:t>
            </a:r>
            <a:endParaRPr lang="en-US" sz="2400" dirty="0"/>
          </a:p>
        </p:txBody>
      </p:sp>
      <p:sp>
        <p:nvSpPr>
          <p:cNvPr id="3" name="Text 1"/>
          <p:cNvSpPr/>
          <p:nvPr/>
        </p:nvSpPr>
        <p:spPr>
          <a:xfrm>
            <a:off x="521208" y="868680"/>
            <a:ext cx="10972800" cy="256032"/>
          </a:xfrm>
          <a:prstGeom prst="rect">
            <a:avLst/>
          </a:prstGeom>
          <a:noFill/>
          <a:ln/>
        </p:spPr>
        <p:txBody>
          <a:bodyPr wrap="square" rtlCol="0" anchor="ctr"/>
          <a:lstStyle/>
          <a:p>
            <a:pPr marL="0" indent="0">
              <a:buNone/>
            </a:pPr>
            <a:r>
              <a:rPr lang="en-US" sz="1050" dirty="0">
                <a:solidFill>
                  <a:srgbClr val="475467"/>
                </a:solidFill>
                <a:latin typeface="Aptos" pitchFamily="34" charset="0"/>
                <a:ea typeface="Aptos" pitchFamily="34" charset="-122"/>
                <a:cs typeface="Aptos" pitchFamily="34" charset="-120"/>
              </a:rPr>
              <a:t>Add-content flow and visual treatment for a clean, non-technical user experience.</a:t>
            </a:r>
            <a:endParaRPr lang="en-US" sz="1050" dirty="0"/>
          </a:p>
        </p:txBody>
      </p:sp>
      <p:sp>
        <p:nvSpPr>
          <p:cNvPr id="4" name="Shape 2"/>
          <p:cNvSpPr/>
          <p:nvPr/>
        </p:nvSpPr>
        <p:spPr>
          <a:xfrm>
            <a:off x="822960" y="1417320"/>
            <a:ext cx="5074920" cy="4480560"/>
          </a:xfrm>
          <a:prstGeom prst="roundRect">
            <a:avLst>
              <a:gd name="adj" fmla="val 2449"/>
            </a:avLst>
          </a:prstGeom>
          <a:solidFill>
            <a:srgbClr val="FFFFFF"/>
          </a:solidFill>
          <a:ln w="12700">
            <a:solidFill>
              <a:srgbClr val="EAECF0"/>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5" name="Text 3"/>
          <p:cNvSpPr/>
          <p:nvPr/>
        </p:nvSpPr>
        <p:spPr>
          <a:xfrm>
            <a:off x="1143000" y="1783080"/>
            <a:ext cx="1554480" cy="201168"/>
          </a:xfrm>
          <a:prstGeom prst="rect">
            <a:avLst/>
          </a:prstGeom>
          <a:noFill/>
          <a:ln/>
        </p:spPr>
        <p:txBody>
          <a:bodyPr wrap="square" rtlCol="0" anchor="ctr"/>
          <a:lstStyle/>
          <a:p>
            <a:pPr marL="0" indent="0">
              <a:buNone/>
            </a:pPr>
            <a:r>
              <a:rPr lang="en-US" sz="1800" b="1" dirty="0">
                <a:solidFill>
                  <a:srgbClr val="101828"/>
                </a:solidFill>
              </a:rPr>
              <a:t>Add New Content</a:t>
            </a:r>
            <a:endParaRPr lang="en-US" sz="1800" dirty="0"/>
          </a:p>
        </p:txBody>
      </p:sp>
      <p:sp>
        <p:nvSpPr>
          <p:cNvPr id="6" name="Text 4"/>
          <p:cNvSpPr/>
          <p:nvPr/>
        </p:nvSpPr>
        <p:spPr>
          <a:xfrm>
            <a:off x="1143000" y="2084832"/>
            <a:ext cx="3566160" cy="320040"/>
          </a:xfrm>
          <a:prstGeom prst="rect">
            <a:avLst/>
          </a:prstGeom>
          <a:noFill/>
          <a:ln/>
        </p:spPr>
        <p:txBody>
          <a:bodyPr wrap="square" rtlCol="0" anchor="ctr"/>
          <a:lstStyle/>
          <a:p>
            <a:pPr marL="0" indent="0">
              <a:buNone/>
            </a:pPr>
            <a:r>
              <a:rPr lang="en-US" sz="1100" dirty="0">
                <a:solidFill>
                  <a:srgbClr val="667085"/>
                </a:solidFill>
              </a:rPr>
              <a:t>Choose the content type and upload the item to be placed in the hallway scene.</a:t>
            </a:r>
            <a:endParaRPr lang="en-US" sz="1100" dirty="0"/>
          </a:p>
        </p:txBody>
      </p:sp>
      <p:sp>
        <p:nvSpPr>
          <p:cNvPr id="7" name="Shape 5"/>
          <p:cNvSpPr/>
          <p:nvPr/>
        </p:nvSpPr>
        <p:spPr>
          <a:xfrm>
            <a:off x="1143000" y="2697480"/>
            <a:ext cx="1508760" cy="822960"/>
          </a:xfrm>
          <a:prstGeom prst="roundRect">
            <a:avLst>
              <a:gd name="adj" fmla="val 8889"/>
            </a:avLst>
          </a:prstGeom>
          <a:solidFill>
            <a:srgbClr val="EEF4FF"/>
          </a:solidFill>
          <a:ln w="12700">
            <a:solidFill>
              <a:srgbClr val="EEF4FF"/>
            </a:solidFill>
            <a:prstDash val="solid"/>
          </a:ln>
        </p:spPr>
        <p:txBody>
          <a:bodyPr/>
          <a:lstStyle/>
          <a:p>
            <a:endParaRPr lang="zh-CN" altLang="en-US"/>
          </a:p>
        </p:txBody>
      </p:sp>
      <p:sp>
        <p:nvSpPr>
          <p:cNvPr id="8" name="Text 6"/>
          <p:cNvSpPr/>
          <p:nvPr/>
        </p:nvSpPr>
        <p:spPr>
          <a:xfrm>
            <a:off x="1280160" y="2862072"/>
            <a:ext cx="914400" cy="128016"/>
          </a:xfrm>
          <a:prstGeom prst="rect">
            <a:avLst/>
          </a:prstGeom>
          <a:noFill/>
          <a:ln/>
        </p:spPr>
        <p:txBody>
          <a:bodyPr wrap="square" rtlCol="0" anchor="ctr"/>
          <a:lstStyle/>
          <a:p>
            <a:pPr marL="0" indent="0">
              <a:buNone/>
            </a:pPr>
            <a:r>
              <a:rPr lang="en-US" sz="1200" b="1" dirty="0">
                <a:solidFill>
                  <a:srgbClr val="1F3C88"/>
                </a:solidFill>
              </a:rPr>
              <a:t>Image</a:t>
            </a:r>
            <a:endParaRPr lang="en-US" sz="1200" dirty="0"/>
          </a:p>
        </p:txBody>
      </p:sp>
      <p:sp>
        <p:nvSpPr>
          <p:cNvPr id="9" name="Text 7"/>
          <p:cNvSpPr/>
          <p:nvPr/>
        </p:nvSpPr>
        <p:spPr>
          <a:xfrm>
            <a:off x="1280160" y="3063240"/>
            <a:ext cx="1207008" cy="256032"/>
          </a:xfrm>
          <a:prstGeom prst="rect">
            <a:avLst/>
          </a:prstGeom>
          <a:noFill/>
          <a:ln/>
        </p:spPr>
        <p:txBody>
          <a:bodyPr wrap="square" rtlCol="0" anchor="ctr"/>
          <a:lstStyle/>
          <a:p>
            <a:pPr marL="0" indent="0">
              <a:buNone/>
            </a:pPr>
            <a:r>
              <a:rPr lang="en-US" sz="920" dirty="0">
                <a:solidFill>
                  <a:srgbClr val="475467"/>
                </a:solidFill>
              </a:rPr>
              <a:t>Upload posters, awards, and graphics</a:t>
            </a:r>
            <a:endParaRPr lang="en-US" sz="920" dirty="0"/>
          </a:p>
        </p:txBody>
      </p:sp>
      <p:sp>
        <p:nvSpPr>
          <p:cNvPr id="10" name="Shape 8"/>
          <p:cNvSpPr/>
          <p:nvPr/>
        </p:nvSpPr>
        <p:spPr>
          <a:xfrm>
            <a:off x="2907792" y="2697480"/>
            <a:ext cx="1508760" cy="822960"/>
          </a:xfrm>
          <a:prstGeom prst="roundRect">
            <a:avLst>
              <a:gd name="adj" fmla="val 8889"/>
            </a:avLst>
          </a:prstGeom>
          <a:solidFill>
            <a:srgbClr val="ECFDF3"/>
          </a:solidFill>
          <a:ln w="12700">
            <a:solidFill>
              <a:srgbClr val="ECFDF3"/>
            </a:solidFill>
            <a:prstDash val="solid"/>
          </a:ln>
        </p:spPr>
        <p:txBody>
          <a:bodyPr/>
          <a:lstStyle/>
          <a:p>
            <a:endParaRPr lang="zh-CN" altLang="en-US"/>
          </a:p>
        </p:txBody>
      </p:sp>
      <p:sp>
        <p:nvSpPr>
          <p:cNvPr id="11" name="Text 9"/>
          <p:cNvSpPr/>
          <p:nvPr/>
        </p:nvSpPr>
        <p:spPr>
          <a:xfrm>
            <a:off x="3044952" y="2862072"/>
            <a:ext cx="914400" cy="128016"/>
          </a:xfrm>
          <a:prstGeom prst="rect">
            <a:avLst/>
          </a:prstGeom>
          <a:noFill/>
          <a:ln/>
        </p:spPr>
        <p:txBody>
          <a:bodyPr wrap="square" rtlCol="0" anchor="ctr"/>
          <a:lstStyle/>
          <a:p>
            <a:pPr marL="0" indent="0">
              <a:buNone/>
            </a:pPr>
            <a:r>
              <a:rPr lang="en-US" sz="1200" b="1" dirty="0">
                <a:solidFill>
                  <a:srgbClr val="027A48"/>
                </a:solidFill>
              </a:rPr>
              <a:t>Text</a:t>
            </a:r>
            <a:endParaRPr lang="en-US" sz="1200" dirty="0"/>
          </a:p>
        </p:txBody>
      </p:sp>
      <p:sp>
        <p:nvSpPr>
          <p:cNvPr id="12" name="Text 10"/>
          <p:cNvSpPr/>
          <p:nvPr/>
        </p:nvSpPr>
        <p:spPr>
          <a:xfrm>
            <a:off x="3044952" y="3063240"/>
            <a:ext cx="1207008" cy="256032"/>
          </a:xfrm>
          <a:prstGeom prst="rect">
            <a:avLst/>
          </a:prstGeom>
          <a:noFill/>
          <a:ln/>
        </p:spPr>
        <p:txBody>
          <a:bodyPr wrap="square" rtlCol="0" anchor="ctr"/>
          <a:lstStyle/>
          <a:p>
            <a:pPr marL="0" indent="0">
              <a:buNone/>
            </a:pPr>
            <a:r>
              <a:rPr lang="en-US" sz="920" dirty="0">
                <a:solidFill>
                  <a:srgbClr val="475467"/>
                </a:solidFill>
              </a:rPr>
              <a:t>Create short exhibit labels and summaries</a:t>
            </a:r>
            <a:endParaRPr lang="en-US" sz="920" dirty="0"/>
          </a:p>
        </p:txBody>
      </p:sp>
      <p:sp>
        <p:nvSpPr>
          <p:cNvPr id="13" name="Shape 11"/>
          <p:cNvSpPr/>
          <p:nvPr/>
        </p:nvSpPr>
        <p:spPr>
          <a:xfrm>
            <a:off x="1143000" y="3749040"/>
            <a:ext cx="1508760" cy="822960"/>
          </a:xfrm>
          <a:prstGeom prst="roundRect">
            <a:avLst>
              <a:gd name="adj" fmla="val 8889"/>
            </a:avLst>
          </a:prstGeom>
          <a:solidFill>
            <a:srgbClr val="FFF6ED"/>
          </a:solidFill>
          <a:ln w="12700">
            <a:solidFill>
              <a:srgbClr val="FFF6ED"/>
            </a:solidFill>
            <a:prstDash val="solid"/>
          </a:ln>
        </p:spPr>
        <p:txBody>
          <a:bodyPr/>
          <a:lstStyle/>
          <a:p>
            <a:endParaRPr lang="zh-CN" altLang="en-US"/>
          </a:p>
        </p:txBody>
      </p:sp>
      <p:sp>
        <p:nvSpPr>
          <p:cNvPr id="14" name="Text 12"/>
          <p:cNvSpPr/>
          <p:nvPr/>
        </p:nvSpPr>
        <p:spPr>
          <a:xfrm>
            <a:off x="1280160" y="3913632"/>
            <a:ext cx="914400" cy="128016"/>
          </a:xfrm>
          <a:prstGeom prst="rect">
            <a:avLst/>
          </a:prstGeom>
          <a:noFill/>
          <a:ln/>
        </p:spPr>
        <p:txBody>
          <a:bodyPr wrap="square" rtlCol="0" anchor="ctr"/>
          <a:lstStyle/>
          <a:p>
            <a:pPr marL="0" indent="0">
              <a:buNone/>
            </a:pPr>
            <a:r>
              <a:rPr lang="en-US" sz="1200" b="1" dirty="0">
                <a:solidFill>
                  <a:srgbClr val="B54708"/>
                </a:solidFill>
              </a:rPr>
              <a:t>Video</a:t>
            </a:r>
            <a:endParaRPr lang="en-US" sz="1200" dirty="0"/>
          </a:p>
        </p:txBody>
      </p:sp>
      <p:sp>
        <p:nvSpPr>
          <p:cNvPr id="15" name="Text 13"/>
          <p:cNvSpPr/>
          <p:nvPr/>
        </p:nvSpPr>
        <p:spPr>
          <a:xfrm>
            <a:off x="1280160" y="4114800"/>
            <a:ext cx="1207008" cy="256032"/>
          </a:xfrm>
          <a:prstGeom prst="rect">
            <a:avLst/>
          </a:prstGeom>
          <a:noFill/>
          <a:ln/>
        </p:spPr>
        <p:txBody>
          <a:bodyPr wrap="square" rtlCol="0" anchor="ctr"/>
          <a:lstStyle/>
          <a:p>
            <a:pPr marL="0" indent="0">
              <a:buNone/>
            </a:pPr>
            <a:r>
              <a:rPr lang="en-US" sz="920" dirty="0">
                <a:solidFill>
                  <a:srgbClr val="475467"/>
                </a:solidFill>
              </a:rPr>
              <a:t>Add richer digital media for display</a:t>
            </a:r>
            <a:endParaRPr lang="en-US" sz="920" dirty="0"/>
          </a:p>
        </p:txBody>
      </p:sp>
      <p:sp>
        <p:nvSpPr>
          <p:cNvPr id="16" name="Shape 14"/>
          <p:cNvSpPr/>
          <p:nvPr/>
        </p:nvSpPr>
        <p:spPr>
          <a:xfrm>
            <a:off x="1143000" y="4937760"/>
            <a:ext cx="1005840" cy="310896"/>
          </a:xfrm>
          <a:prstGeom prst="roundRect">
            <a:avLst>
              <a:gd name="adj" fmla="val 14706"/>
            </a:avLst>
          </a:prstGeom>
          <a:solidFill>
            <a:srgbClr val="FFFFFF"/>
          </a:solidFill>
          <a:ln w="12700">
            <a:solidFill>
              <a:srgbClr val="D0D5DD"/>
            </a:solidFill>
            <a:prstDash val="solid"/>
          </a:ln>
        </p:spPr>
        <p:txBody>
          <a:bodyPr/>
          <a:lstStyle/>
          <a:p>
            <a:endParaRPr lang="zh-CN" altLang="en-US"/>
          </a:p>
        </p:txBody>
      </p:sp>
      <p:sp>
        <p:nvSpPr>
          <p:cNvPr id="17" name="Shape 15"/>
          <p:cNvSpPr/>
          <p:nvPr/>
        </p:nvSpPr>
        <p:spPr>
          <a:xfrm>
            <a:off x="2267712" y="4937760"/>
            <a:ext cx="1188720" cy="310896"/>
          </a:xfrm>
          <a:prstGeom prst="roundRect">
            <a:avLst>
              <a:gd name="adj" fmla="val 14706"/>
            </a:avLst>
          </a:prstGeom>
          <a:solidFill>
            <a:srgbClr val="1F3C88"/>
          </a:solidFill>
          <a:ln w="12700">
            <a:solidFill>
              <a:srgbClr val="1F3C88"/>
            </a:solidFill>
            <a:prstDash val="solid"/>
          </a:ln>
        </p:spPr>
        <p:txBody>
          <a:bodyPr/>
          <a:lstStyle/>
          <a:p>
            <a:endParaRPr lang="zh-CN" altLang="en-US"/>
          </a:p>
        </p:txBody>
      </p:sp>
      <p:sp>
        <p:nvSpPr>
          <p:cNvPr id="18" name="Text 16"/>
          <p:cNvSpPr/>
          <p:nvPr/>
        </p:nvSpPr>
        <p:spPr>
          <a:xfrm>
            <a:off x="1143000" y="5038344"/>
            <a:ext cx="1005840" cy="91440"/>
          </a:xfrm>
          <a:prstGeom prst="rect">
            <a:avLst/>
          </a:prstGeom>
          <a:noFill/>
          <a:ln/>
        </p:spPr>
        <p:txBody>
          <a:bodyPr wrap="square" rtlCol="0" anchor="ctr"/>
          <a:lstStyle/>
          <a:p>
            <a:pPr marL="0" indent="0" algn="ctr">
              <a:buNone/>
            </a:pPr>
            <a:r>
              <a:rPr lang="en-US" sz="1080" b="1" dirty="0">
                <a:solidFill>
                  <a:srgbClr val="475467"/>
                </a:solidFill>
              </a:rPr>
              <a:t>Cancel</a:t>
            </a:r>
            <a:endParaRPr lang="en-US" sz="1080" dirty="0"/>
          </a:p>
        </p:txBody>
      </p:sp>
      <p:sp>
        <p:nvSpPr>
          <p:cNvPr id="19" name="Text 17"/>
          <p:cNvSpPr/>
          <p:nvPr/>
        </p:nvSpPr>
        <p:spPr>
          <a:xfrm>
            <a:off x="2267712" y="5038344"/>
            <a:ext cx="1188720" cy="91440"/>
          </a:xfrm>
          <a:prstGeom prst="rect">
            <a:avLst/>
          </a:prstGeom>
          <a:noFill/>
          <a:ln/>
        </p:spPr>
        <p:txBody>
          <a:bodyPr wrap="square" rtlCol="0" anchor="ctr"/>
          <a:lstStyle/>
          <a:p>
            <a:pPr marL="0" indent="0" algn="ctr">
              <a:buNone/>
            </a:pPr>
            <a:r>
              <a:rPr lang="en-US" sz="1080" b="1" dirty="0">
                <a:solidFill>
                  <a:srgbClr val="FFFFFF"/>
                </a:solidFill>
              </a:rPr>
              <a:t>Continue</a:t>
            </a:r>
            <a:endParaRPr lang="en-US" sz="1080" dirty="0"/>
          </a:p>
        </p:txBody>
      </p:sp>
      <p:sp>
        <p:nvSpPr>
          <p:cNvPr id="20" name="Shape 18"/>
          <p:cNvSpPr/>
          <p:nvPr/>
        </p:nvSpPr>
        <p:spPr>
          <a:xfrm>
            <a:off x="6217920" y="1417320"/>
            <a:ext cx="5074920" cy="4480560"/>
          </a:xfrm>
          <a:prstGeom prst="roundRect">
            <a:avLst>
              <a:gd name="adj" fmla="val 2449"/>
            </a:avLst>
          </a:prstGeom>
          <a:solidFill>
            <a:srgbClr val="FFFFFF"/>
          </a:solidFill>
          <a:ln w="12700">
            <a:solidFill>
              <a:srgbClr val="EAECF0"/>
            </a:solidFill>
            <a:prstDash val="solid"/>
          </a:ln>
          <a:effectLst>
            <a:outerShdw blurRad="12700" dist="15240" dir="2700000" algn="bl" rotWithShape="0">
              <a:srgbClr val="000000">
                <a:alpha val="8000"/>
              </a:srgbClr>
            </a:outerShdw>
          </a:effectLst>
        </p:spPr>
        <p:txBody>
          <a:bodyPr/>
          <a:lstStyle/>
          <a:p>
            <a:endParaRPr lang="zh-CN" altLang="en-US"/>
          </a:p>
        </p:txBody>
      </p:sp>
      <p:sp>
        <p:nvSpPr>
          <p:cNvPr id="21" name="Text 19"/>
          <p:cNvSpPr/>
          <p:nvPr/>
        </p:nvSpPr>
        <p:spPr>
          <a:xfrm>
            <a:off x="6537960" y="1783080"/>
            <a:ext cx="1920240" cy="201168"/>
          </a:xfrm>
          <a:prstGeom prst="rect">
            <a:avLst/>
          </a:prstGeom>
          <a:noFill/>
          <a:ln/>
        </p:spPr>
        <p:txBody>
          <a:bodyPr wrap="square" rtlCol="0" anchor="ctr"/>
          <a:lstStyle/>
          <a:p>
            <a:pPr marL="0" indent="0">
              <a:buNone/>
            </a:pPr>
            <a:r>
              <a:rPr lang="en-US" sz="1800" b="1" dirty="0">
                <a:solidFill>
                  <a:srgbClr val="101828"/>
                </a:solidFill>
              </a:rPr>
              <a:t>Demo design guideline</a:t>
            </a:r>
            <a:endParaRPr lang="en-US" sz="1800" dirty="0"/>
          </a:p>
        </p:txBody>
      </p:sp>
      <p:sp>
        <p:nvSpPr>
          <p:cNvPr id="22" name="Shape 20"/>
          <p:cNvSpPr/>
          <p:nvPr/>
        </p:nvSpPr>
        <p:spPr>
          <a:xfrm>
            <a:off x="6583680" y="2240280"/>
            <a:ext cx="868680" cy="530352"/>
          </a:xfrm>
          <a:prstGeom prst="roundRect">
            <a:avLst>
              <a:gd name="adj" fmla="val 10345"/>
            </a:avLst>
          </a:prstGeom>
          <a:solidFill>
            <a:srgbClr val="1F3C88"/>
          </a:solidFill>
          <a:ln w="12700">
            <a:solidFill>
              <a:srgbClr val="1F3C88"/>
            </a:solidFill>
            <a:prstDash val="solid"/>
          </a:ln>
        </p:spPr>
        <p:txBody>
          <a:bodyPr/>
          <a:lstStyle/>
          <a:p>
            <a:endParaRPr lang="zh-CN" altLang="en-US"/>
          </a:p>
        </p:txBody>
      </p:sp>
      <p:sp>
        <p:nvSpPr>
          <p:cNvPr id="23" name="Text 21"/>
          <p:cNvSpPr/>
          <p:nvPr/>
        </p:nvSpPr>
        <p:spPr>
          <a:xfrm>
            <a:off x="6583680" y="2834640"/>
            <a:ext cx="868680" cy="91440"/>
          </a:xfrm>
          <a:prstGeom prst="rect">
            <a:avLst/>
          </a:prstGeom>
          <a:noFill/>
          <a:ln/>
        </p:spPr>
        <p:txBody>
          <a:bodyPr wrap="square" rtlCol="0" anchor="ctr"/>
          <a:lstStyle/>
          <a:p>
            <a:pPr marL="0" indent="0" algn="ctr">
              <a:buNone/>
            </a:pPr>
            <a:r>
              <a:rPr lang="en-US" sz="950" dirty="0">
                <a:solidFill>
                  <a:srgbClr val="475467"/>
                </a:solidFill>
              </a:rPr>
              <a:t>Primary</a:t>
            </a:r>
            <a:endParaRPr lang="en-US" sz="950" dirty="0"/>
          </a:p>
        </p:txBody>
      </p:sp>
      <p:sp>
        <p:nvSpPr>
          <p:cNvPr id="24" name="Shape 22"/>
          <p:cNvSpPr/>
          <p:nvPr/>
        </p:nvSpPr>
        <p:spPr>
          <a:xfrm>
            <a:off x="7680960" y="2240280"/>
            <a:ext cx="868680" cy="530352"/>
          </a:xfrm>
          <a:prstGeom prst="roundRect">
            <a:avLst>
              <a:gd name="adj" fmla="val 10345"/>
            </a:avLst>
          </a:prstGeom>
          <a:solidFill>
            <a:srgbClr val="F79009"/>
          </a:solidFill>
          <a:ln w="12700">
            <a:solidFill>
              <a:srgbClr val="F79009"/>
            </a:solidFill>
            <a:prstDash val="solid"/>
          </a:ln>
        </p:spPr>
        <p:txBody>
          <a:bodyPr/>
          <a:lstStyle/>
          <a:p>
            <a:endParaRPr lang="zh-CN" altLang="en-US"/>
          </a:p>
        </p:txBody>
      </p:sp>
      <p:sp>
        <p:nvSpPr>
          <p:cNvPr id="25" name="Text 23"/>
          <p:cNvSpPr/>
          <p:nvPr/>
        </p:nvSpPr>
        <p:spPr>
          <a:xfrm>
            <a:off x="7680960" y="2834640"/>
            <a:ext cx="868680" cy="91440"/>
          </a:xfrm>
          <a:prstGeom prst="rect">
            <a:avLst/>
          </a:prstGeom>
          <a:noFill/>
          <a:ln/>
        </p:spPr>
        <p:txBody>
          <a:bodyPr wrap="square" rtlCol="0" anchor="ctr"/>
          <a:lstStyle/>
          <a:p>
            <a:pPr marL="0" indent="0" algn="ctr">
              <a:buNone/>
            </a:pPr>
            <a:r>
              <a:rPr lang="en-US" sz="950" dirty="0">
                <a:solidFill>
                  <a:srgbClr val="475467"/>
                </a:solidFill>
              </a:rPr>
              <a:t>Accent</a:t>
            </a:r>
            <a:endParaRPr lang="en-US" sz="950" dirty="0"/>
          </a:p>
        </p:txBody>
      </p:sp>
      <p:sp>
        <p:nvSpPr>
          <p:cNvPr id="26" name="Shape 24"/>
          <p:cNvSpPr/>
          <p:nvPr/>
        </p:nvSpPr>
        <p:spPr>
          <a:xfrm>
            <a:off x="8778240" y="2240280"/>
            <a:ext cx="868680" cy="530352"/>
          </a:xfrm>
          <a:prstGeom prst="roundRect">
            <a:avLst>
              <a:gd name="adj" fmla="val 10345"/>
            </a:avLst>
          </a:prstGeom>
          <a:solidFill>
            <a:srgbClr val="12B76A"/>
          </a:solidFill>
          <a:ln w="12700">
            <a:solidFill>
              <a:srgbClr val="12B76A"/>
            </a:solidFill>
            <a:prstDash val="solid"/>
          </a:ln>
        </p:spPr>
        <p:txBody>
          <a:bodyPr/>
          <a:lstStyle/>
          <a:p>
            <a:endParaRPr lang="zh-CN" altLang="en-US"/>
          </a:p>
        </p:txBody>
      </p:sp>
      <p:sp>
        <p:nvSpPr>
          <p:cNvPr id="27" name="Text 25"/>
          <p:cNvSpPr/>
          <p:nvPr/>
        </p:nvSpPr>
        <p:spPr>
          <a:xfrm>
            <a:off x="8778240" y="2834640"/>
            <a:ext cx="868680" cy="91440"/>
          </a:xfrm>
          <a:prstGeom prst="rect">
            <a:avLst/>
          </a:prstGeom>
          <a:noFill/>
          <a:ln/>
        </p:spPr>
        <p:txBody>
          <a:bodyPr wrap="square" rtlCol="0" anchor="ctr"/>
          <a:lstStyle/>
          <a:p>
            <a:pPr marL="0" indent="0" algn="ctr">
              <a:buNone/>
            </a:pPr>
            <a:r>
              <a:rPr lang="en-US" sz="950" dirty="0">
                <a:solidFill>
                  <a:srgbClr val="475467"/>
                </a:solidFill>
              </a:rPr>
              <a:t>Success</a:t>
            </a:r>
            <a:endParaRPr lang="en-US" sz="950" dirty="0"/>
          </a:p>
        </p:txBody>
      </p:sp>
      <p:sp>
        <p:nvSpPr>
          <p:cNvPr id="28" name="Shape 26"/>
          <p:cNvSpPr/>
          <p:nvPr/>
        </p:nvSpPr>
        <p:spPr>
          <a:xfrm>
            <a:off x="9875520" y="2240280"/>
            <a:ext cx="868680" cy="530352"/>
          </a:xfrm>
          <a:prstGeom prst="roundRect">
            <a:avLst>
              <a:gd name="adj" fmla="val 10345"/>
            </a:avLst>
          </a:prstGeom>
          <a:solidFill>
            <a:srgbClr val="F8FAFC"/>
          </a:solidFill>
          <a:ln w="12700">
            <a:solidFill>
              <a:srgbClr val="F8FAFC"/>
            </a:solidFill>
            <a:prstDash val="solid"/>
          </a:ln>
        </p:spPr>
        <p:txBody>
          <a:bodyPr/>
          <a:lstStyle/>
          <a:p>
            <a:endParaRPr lang="zh-CN" altLang="en-US"/>
          </a:p>
        </p:txBody>
      </p:sp>
      <p:sp>
        <p:nvSpPr>
          <p:cNvPr id="29" name="Text 27"/>
          <p:cNvSpPr/>
          <p:nvPr/>
        </p:nvSpPr>
        <p:spPr>
          <a:xfrm>
            <a:off x="9875520" y="2834640"/>
            <a:ext cx="868680" cy="91440"/>
          </a:xfrm>
          <a:prstGeom prst="rect">
            <a:avLst/>
          </a:prstGeom>
          <a:noFill/>
          <a:ln/>
        </p:spPr>
        <p:txBody>
          <a:bodyPr wrap="square" rtlCol="0" anchor="ctr"/>
          <a:lstStyle/>
          <a:p>
            <a:pPr marL="0" indent="0" algn="ctr">
              <a:buNone/>
            </a:pPr>
            <a:r>
              <a:rPr lang="en-US" sz="950" dirty="0">
                <a:solidFill>
                  <a:srgbClr val="475467"/>
                </a:solidFill>
              </a:rPr>
              <a:t>Surface</a:t>
            </a:r>
            <a:endParaRPr lang="en-US" sz="950" dirty="0"/>
          </a:p>
        </p:txBody>
      </p:sp>
      <p:sp>
        <p:nvSpPr>
          <p:cNvPr id="30" name="Text 28"/>
          <p:cNvSpPr/>
          <p:nvPr/>
        </p:nvSpPr>
        <p:spPr>
          <a:xfrm>
            <a:off x="6583680" y="3273552"/>
            <a:ext cx="914400" cy="128016"/>
          </a:xfrm>
          <a:prstGeom prst="rect">
            <a:avLst/>
          </a:prstGeom>
          <a:noFill/>
          <a:ln/>
        </p:spPr>
        <p:txBody>
          <a:bodyPr wrap="square" rtlCol="0" anchor="ctr"/>
          <a:lstStyle/>
          <a:p>
            <a:pPr marL="0" indent="0">
              <a:buNone/>
            </a:pPr>
            <a:r>
              <a:rPr lang="en-US" sz="1100" b="1" dirty="0">
                <a:solidFill>
                  <a:srgbClr val="344054"/>
                </a:solidFill>
              </a:rPr>
              <a:t>Typography</a:t>
            </a:r>
            <a:endParaRPr lang="en-US" sz="1100" dirty="0"/>
          </a:p>
        </p:txBody>
      </p:sp>
      <p:sp>
        <p:nvSpPr>
          <p:cNvPr id="31" name="Text 29"/>
          <p:cNvSpPr/>
          <p:nvPr/>
        </p:nvSpPr>
        <p:spPr>
          <a:xfrm>
            <a:off x="6583680" y="3474720"/>
            <a:ext cx="1828800" cy="457200"/>
          </a:xfrm>
          <a:prstGeom prst="rect">
            <a:avLst/>
          </a:prstGeom>
          <a:noFill/>
          <a:ln/>
        </p:spPr>
        <p:txBody>
          <a:bodyPr wrap="square" rtlCol="0" anchor="ctr"/>
          <a:lstStyle/>
          <a:p>
            <a:pPr marL="0" indent="0">
              <a:buNone/>
            </a:pPr>
            <a:endParaRPr lang="en-US" sz="1020" dirty="0"/>
          </a:p>
        </p:txBody>
      </p:sp>
      <p:sp>
        <p:nvSpPr>
          <p:cNvPr id="32" name="Text 30"/>
          <p:cNvSpPr/>
          <p:nvPr/>
        </p:nvSpPr>
        <p:spPr>
          <a:xfrm>
            <a:off x="8732520" y="3273552"/>
            <a:ext cx="1097280" cy="128016"/>
          </a:xfrm>
          <a:prstGeom prst="rect">
            <a:avLst/>
          </a:prstGeom>
          <a:noFill/>
          <a:ln/>
        </p:spPr>
        <p:txBody>
          <a:bodyPr wrap="square" rtlCol="0" anchor="ctr"/>
          <a:lstStyle/>
          <a:p>
            <a:pPr marL="0" indent="0">
              <a:buNone/>
            </a:pPr>
            <a:r>
              <a:rPr lang="en-US" sz="1100" b="1" dirty="0">
                <a:solidFill>
                  <a:srgbClr val="344054"/>
                </a:solidFill>
              </a:rPr>
              <a:t>Component rules</a:t>
            </a:r>
            <a:endParaRPr lang="en-US" sz="1100" dirty="0"/>
          </a:p>
        </p:txBody>
      </p:sp>
      <p:sp>
        <p:nvSpPr>
          <p:cNvPr id="33" name="Text 31"/>
          <p:cNvSpPr/>
          <p:nvPr/>
        </p:nvSpPr>
        <p:spPr>
          <a:xfrm>
            <a:off x="8732520" y="3493008"/>
            <a:ext cx="2240280" cy="914400"/>
          </a:xfrm>
          <a:prstGeom prst="rect">
            <a:avLst/>
          </a:prstGeom>
          <a:noFill/>
          <a:ln/>
        </p:spPr>
        <p:txBody>
          <a:bodyPr wrap="square" rtlCol="0" anchor="ctr"/>
          <a:lstStyle/>
          <a:p>
            <a:pPr marL="203200" indent="-203200">
              <a:buSzPct val="100000"/>
              <a:buChar char="•"/>
            </a:pPr>
            <a:endParaRPr lang="en-US" sz="1020" dirty="0"/>
          </a:p>
        </p:txBody>
      </p:sp>
      <p:sp>
        <p:nvSpPr>
          <p:cNvPr id="34" name="Text 32"/>
          <p:cNvSpPr/>
          <p:nvPr/>
        </p:nvSpPr>
        <p:spPr>
          <a:xfrm>
            <a:off x="6583680" y="4526280"/>
            <a:ext cx="1005840" cy="128016"/>
          </a:xfrm>
          <a:prstGeom prst="rect">
            <a:avLst/>
          </a:prstGeom>
          <a:noFill/>
          <a:ln/>
        </p:spPr>
        <p:txBody>
          <a:bodyPr wrap="square" rtlCol="0" anchor="ctr"/>
          <a:lstStyle/>
          <a:p>
            <a:pPr marL="0" indent="0">
              <a:buNone/>
            </a:pPr>
            <a:r>
              <a:rPr lang="en-US" sz="1100" b="1" dirty="0">
                <a:solidFill>
                  <a:srgbClr val="344054"/>
                </a:solidFill>
              </a:rPr>
              <a:t>Design keywords</a:t>
            </a:r>
            <a:endParaRPr lang="en-US" sz="1100" dirty="0"/>
          </a:p>
        </p:txBody>
      </p:sp>
      <p:sp>
        <p:nvSpPr>
          <p:cNvPr id="35" name="Shape 33"/>
          <p:cNvSpPr/>
          <p:nvPr/>
        </p:nvSpPr>
        <p:spPr>
          <a:xfrm>
            <a:off x="6583680" y="4736592"/>
            <a:ext cx="1234440" cy="256032"/>
          </a:xfrm>
          <a:prstGeom prst="roundRect">
            <a:avLst>
              <a:gd name="adj" fmla="val 28571"/>
            </a:avLst>
          </a:prstGeom>
          <a:solidFill>
            <a:srgbClr val="EEF4FF"/>
          </a:solidFill>
          <a:ln w="12700">
            <a:solidFill>
              <a:srgbClr val="EEF4FF"/>
            </a:solidFill>
            <a:prstDash val="solid"/>
          </a:ln>
        </p:spPr>
        <p:txBody>
          <a:bodyPr/>
          <a:lstStyle/>
          <a:p>
            <a:endParaRPr lang="zh-CN" altLang="en-US"/>
          </a:p>
        </p:txBody>
      </p:sp>
      <p:sp>
        <p:nvSpPr>
          <p:cNvPr id="36" name="Text 34"/>
          <p:cNvSpPr/>
          <p:nvPr/>
        </p:nvSpPr>
        <p:spPr>
          <a:xfrm>
            <a:off x="6656832" y="4777740"/>
            <a:ext cx="1088136" cy="146304"/>
          </a:xfrm>
          <a:prstGeom prst="rect">
            <a:avLst/>
          </a:prstGeom>
          <a:noFill/>
          <a:ln/>
        </p:spPr>
        <p:txBody>
          <a:bodyPr wrap="square" rtlCol="0" anchor="ctr"/>
          <a:lstStyle/>
          <a:p>
            <a:pPr marL="0" indent="0" algn="ctr">
              <a:buNone/>
            </a:pPr>
            <a:r>
              <a:rPr lang="en-US" sz="950" b="1" dirty="0">
                <a:solidFill>
                  <a:srgbClr val="1F3C88"/>
                </a:solidFill>
              </a:rPr>
              <a:t>Simple</a:t>
            </a:r>
            <a:endParaRPr lang="en-US" sz="950" dirty="0"/>
          </a:p>
        </p:txBody>
      </p:sp>
      <p:sp>
        <p:nvSpPr>
          <p:cNvPr id="37" name="Shape 35"/>
          <p:cNvSpPr/>
          <p:nvPr/>
        </p:nvSpPr>
        <p:spPr>
          <a:xfrm>
            <a:off x="8001000" y="4736592"/>
            <a:ext cx="1234440" cy="256032"/>
          </a:xfrm>
          <a:prstGeom prst="roundRect">
            <a:avLst>
              <a:gd name="adj" fmla="val 28571"/>
            </a:avLst>
          </a:prstGeom>
          <a:solidFill>
            <a:srgbClr val="EEF4FF"/>
          </a:solidFill>
          <a:ln w="12700">
            <a:solidFill>
              <a:srgbClr val="EEF4FF"/>
            </a:solidFill>
            <a:prstDash val="solid"/>
          </a:ln>
        </p:spPr>
        <p:txBody>
          <a:bodyPr/>
          <a:lstStyle/>
          <a:p>
            <a:endParaRPr lang="zh-CN" altLang="en-US"/>
          </a:p>
        </p:txBody>
      </p:sp>
      <p:sp>
        <p:nvSpPr>
          <p:cNvPr id="38" name="Text 36"/>
          <p:cNvSpPr/>
          <p:nvPr/>
        </p:nvSpPr>
        <p:spPr>
          <a:xfrm>
            <a:off x="8074152" y="4777740"/>
            <a:ext cx="1088136" cy="146304"/>
          </a:xfrm>
          <a:prstGeom prst="rect">
            <a:avLst/>
          </a:prstGeom>
          <a:noFill/>
          <a:ln/>
        </p:spPr>
        <p:txBody>
          <a:bodyPr wrap="square" rtlCol="0" anchor="ctr"/>
          <a:lstStyle/>
          <a:p>
            <a:pPr marL="0" indent="0" algn="ctr">
              <a:buNone/>
            </a:pPr>
            <a:r>
              <a:rPr lang="en-US" sz="950" b="1" dirty="0">
                <a:solidFill>
                  <a:srgbClr val="1F3C88"/>
                </a:solidFill>
              </a:rPr>
              <a:t>Intuitive</a:t>
            </a:r>
            <a:endParaRPr lang="en-US" sz="950" dirty="0"/>
          </a:p>
        </p:txBody>
      </p:sp>
      <p:sp>
        <p:nvSpPr>
          <p:cNvPr id="39" name="Shape 37"/>
          <p:cNvSpPr/>
          <p:nvPr/>
        </p:nvSpPr>
        <p:spPr>
          <a:xfrm>
            <a:off x="6583680" y="5065776"/>
            <a:ext cx="1234440" cy="256032"/>
          </a:xfrm>
          <a:prstGeom prst="roundRect">
            <a:avLst>
              <a:gd name="adj" fmla="val 28571"/>
            </a:avLst>
          </a:prstGeom>
          <a:solidFill>
            <a:srgbClr val="ECFDF3"/>
          </a:solidFill>
          <a:ln w="12700">
            <a:solidFill>
              <a:srgbClr val="ECFDF3"/>
            </a:solidFill>
            <a:prstDash val="solid"/>
          </a:ln>
        </p:spPr>
        <p:txBody>
          <a:bodyPr/>
          <a:lstStyle/>
          <a:p>
            <a:endParaRPr lang="zh-CN" altLang="en-US"/>
          </a:p>
        </p:txBody>
      </p:sp>
      <p:sp>
        <p:nvSpPr>
          <p:cNvPr id="40" name="Text 38"/>
          <p:cNvSpPr/>
          <p:nvPr/>
        </p:nvSpPr>
        <p:spPr>
          <a:xfrm>
            <a:off x="6656832" y="5106924"/>
            <a:ext cx="1088136" cy="146304"/>
          </a:xfrm>
          <a:prstGeom prst="rect">
            <a:avLst/>
          </a:prstGeom>
          <a:noFill/>
          <a:ln/>
        </p:spPr>
        <p:txBody>
          <a:bodyPr wrap="square" rtlCol="0" anchor="ctr"/>
          <a:lstStyle/>
          <a:p>
            <a:pPr marL="0" indent="0" algn="ctr">
              <a:buNone/>
            </a:pPr>
            <a:r>
              <a:rPr lang="en-US" sz="950" b="1" dirty="0">
                <a:solidFill>
                  <a:srgbClr val="027A48"/>
                </a:solidFill>
              </a:rPr>
              <a:t>Professional</a:t>
            </a:r>
            <a:endParaRPr lang="en-US" sz="950" dirty="0"/>
          </a:p>
        </p:txBody>
      </p:sp>
      <p:sp>
        <p:nvSpPr>
          <p:cNvPr id="41" name="Shape 39"/>
          <p:cNvSpPr/>
          <p:nvPr/>
        </p:nvSpPr>
        <p:spPr>
          <a:xfrm>
            <a:off x="8001000" y="5065776"/>
            <a:ext cx="1234440" cy="256032"/>
          </a:xfrm>
          <a:prstGeom prst="roundRect">
            <a:avLst>
              <a:gd name="adj" fmla="val 28571"/>
            </a:avLst>
          </a:prstGeom>
          <a:solidFill>
            <a:srgbClr val="ECFDF3"/>
          </a:solidFill>
          <a:ln w="12700">
            <a:solidFill>
              <a:srgbClr val="ECFDF3"/>
            </a:solidFill>
            <a:prstDash val="solid"/>
          </a:ln>
        </p:spPr>
        <p:txBody>
          <a:bodyPr/>
          <a:lstStyle/>
          <a:p>
            <a:endParaRPr lang="zh-CN" altLang="en-US"/>
          </a:p>
        </p:txBody>
      </p:sp>
      <p:sp>
        <p:nvSpPr>
          <p:cNvPr id="42" name="Text 40"/>
          <p:cNvSpPr/>
          <p:nvPr/>
        </p:nvSpPr>
        <p:spPr>
          <a:xfrm>
            <a:off x="8074152" y="5106924"/>
            <a:ext cx="1088136" cy="146304"/>
          </a:xfrm>
          <a:prstGeom prst="rect">
            <a:avLst/>
          </a:prstGeom>
          <a:noFill/>
          <a:ln/>
        </p:spPr>
        <p:txBody>
          <a:bodyPr wrap="square" rtlCol="0" anchor="ctr"/>
          <a:lstStyle/>
          <a:p>
            <a:pPr marL="0" indent="0" algn="ctr">
              <a:buNone/>
            </a:pPr>
            <a:r>
              <a:rPr lang="en-US" sz="950" b="1" dirty="0">
                <a:solidFill>
                  <a:srgbClr val="027A48"/>
                </a:solidFill>
              </a:rPr>
              <a:t>Minimal learning curve</a:t>
            </a:r>
            <a:endParaRPr lang="en-US" sz="950" dirty="0"/>
          </a:p>
        </p:txBody>
      </p:sp>
      <p:sp>
        <p:nvSpPr>
          <p:cNvPr id="43" name="Slide Number Placeholder 0"/>
          <p:cNvSpPr>
            <a:spLocks noGrp="1"/>
          </p:cNvSpPr>
          <p:nvPr>
            <p:ph type="sldNum" sz="quarter" idx="4294967295"/>
          </p:nvPr>
        </p:nvSpPr>
        <p:spPr>
          <a:xfrm>
            <a:off x="11658600" y="6409944"/>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98A2B3"/>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919</Words>
  <Application>Microsoft Macintosh PowerPoint</Application>
  <PresentationFormat>宽屏</PresentationFormat>
  <Paragraphs>154</Paragraphs>
  <Slides>7</Slides>
  <Notes>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Aptos</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1 Design Package</dc:title>
  <dc:subject>Web Authoring Tool Design Package</dc:subject>
  <dc:creator>OpenAI</dc:creator>
  <cp:lastModifiedBy>Boyan Yang (Student)</cp:lastModifiedBy>
  <cp:revision>2</cp:revision>
  <dcterms:created xsi:type="dcterms:W3CDTF">2026-03-19T10:50:21Z</dcterms:created>
  <dcterms:modified xsi:type="dcterms:W3CDTF">2026-03-25T02:15:16Z</dcterms:modified>
</cp:coreProperties>
</file>